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06" r:id="rId5"/>
    <p:sldMasterId id="2147483715" r:id="rId6"/>
  </p:sldMasterIdLst>
  <p:notesMasterIdLst>
    <p:notesMasterId r:id="rId29"/>
  </p:notesMasterIdLst>
  <p:handoutMasterIdLst>
    <p:handoutMasterId r:id="rId30"/>
  </p:handoutMasterIdLst>
  <p:sldIdLst>
    <p:sldId id="335" r:id="rId7"/>
    <p:sldId id="336" r:id="rId8"/>
    <p:sldId id="349" r:id="rId9"/>
    <p:sldId id="261" r:id="rId10"/>
    <p:sldId id="313" r:id="rId11"/>
    <p:sldId id="314" r:id="rId12"/>
    <p:sldId id="311" r:id="rId13"/>
    <p:sldId id="350" r:id="rId14"/>
    <p:sldId id="351" r:id="rId15"/>
    <p:sldId id="354" r:id="rId16"/>
    <p:sldId id="353" r:id="rId17"/>
    <p:sldId id="355" r:id="rId18"/>
    <p:sldId id="356" r:id="rId19"/>
    <p:sldId id="325" r:id="rId20"/>
    <p:sldId id="259" r:id="rId21"/>
    <p:sldId id="337" r:id="rId22"/>
    <p:sldId id="318" r:id="rId23"/>
    <p:sldId id="323" r:id="rId24"/>
    <p:sldId id="319" r:id="rId25"/>
    <p:sldId id="322" r:id="rId26"/>
    <p:sldId id="326" r:id="rId27"/>
    <p:sldId id="34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0F64C2-8193-4F10-AD8D-71D227F5C6C7}" v="4" dt="2025-12-21T12:04:16.569"/>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109" d="100"/>
          <a:sy n="109" d="100"/>
        </p:scale>
        <p:origin x="672" y="108"/>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12/22/2025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12/22/2025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2d2987a12d_0_17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22d2987a12d_0_17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2b5c563f38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2b5c563f3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2330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xmlns=""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xmlns=""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xmlns=""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xmlns=""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gradFill>
          <a:gsLst>
            <a:gs pos="0">
              <a:schemeClr val="lt2"/>
            </a:gs>
            <a:gs pos="100000">
              <a:schemeClr val="lt1"/>
            </a:gs>
          </a:gsLst>
          <a:lin ang="2700006"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326000" y="794200"/>
            <a:ext cx="5540000" cy="2940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000" b="1">
                <a:latin typeface="Oswald"/>
                <a:ea typeface="Oswald"/>
                <a:cs typeface="Oswald"/>
                <a:sym typeface="Oswald"/>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3933400" y="3682633"/>
            <a:ext cx="4325200" cy="930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400">
                <a:solidFill>
                  <a:schemeClr val="dk1"/>
                </a:solidFill>
                <a:latin typeface="Actor"/>
                <a:ea typeface="Actor"/>
                <a:cs typeface="Actor"/>
                <a:sym typeface="Actor"/>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grpSp>
        <p:nvGrpSpPr>
          <p:cNvPr id="11" name="Google Shape;11;p2"/>
          <p:cNvGrpSpPr/>
          <p:nvPr/>
        </p:nvGrpSpPr>
        <p:grpSpPr>
          <a:xfrm>
            <a:off x="0" y="4177244"/>
            <a:ext cx="12192000" cy="2844824"/>
            <a:chOff x="0" y="3132933"/>
            <a:chExt cx="9144000" cy="2133618"/>
          </a:xfrm>
        </p:grpSpPr>
        <p:pic>
          <p:nvPicPr>
            <p:cNvPr id="12" name="Google Shape;12;p2"/>
            <p:cNvPicPr preferRelativeResize="0"/>
            <p:nvPr/>
          </p:nvPicPr>
          <p:blipFill rotWithShape="1">
            <a:blip r:embed="rId2">
              <a:alphaModFix amt="69000"/>
            </a:blip>
            <a:srcRect l="9797" t="21487" r="14484" b="47102"/>
            <a:stretch/>
          </p:blipFill>
          <p:spPr>
            <a:xfrm>
              <a:off x="0" y="3132933"/>
              <a:ext cx="9144000" cy="2133618"/>
            </a:xfrm>
            <a:prstGeom prst="rect">
              <a:avLst/>
            </a:prstGeom>
            <a:noFill/>
            <a:ln>
              <a:noFill/>
            </a:ln>
          </p:spPr>
        </p:pic>
        <p:sp>
          <p:nvSpPr>
            <p:cNvPr id="13" name="Google Shape;13;p2"/>
            <p:cNvSpPr/>
            <p:nvPr/>
          </p:nvSpPr>
          <p:spPr>
            <a:xfrm>
              <a:off x="0" y="4208675"/>
              <a:ext cx="9144000" cy="934800"/>
            </a:xfrm>
            <a:prstGeom prst="rect">
              <a:avLst/>
            </a:prstGeom>
            <a:gradFill>
              <a:gsLst>
                <a:gs pos="0">
                  <a:schemeClr val="accen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59823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4"/>
        <p:cNvGrpSpPr/>
        <p:nvPr/>
      </p:nvGrpSpPr>
      <p:grpSpPr>
        <a:xfrm>
          <a:off x="0" y="0"/>
          <a:ext cx="0" cy="0"/>
          <a:chOff x="0" y="0"/>
          <a:chExt cx="0" cy="0"/>
        </a:xfrm>
      </p:grpSpPr>
      <p:sp>
        <p:nvSpPr>
          <p:cNvPr id="15" name="Google Shape;15;p3"/>
          <p:cNvSpPr txBox="1">
            <a:spLocks noGrp="1"/>
          </p:cNvSpPr>
          <p:nvPr>
            <p:ph type="subTitle" idx="1"/>
          </p:nvPr>
        </p:nvSpPr>
        <p:spPr>
          <a:xfrm>
            <a:off x="3973000" y="3365733"/>
            <a:ext cx="4246000" cy="91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24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16" name="Google Shape;16;p3"/>
          <p:cNvSpPr txBox="1">
            <a:spLocks noGrp="1"/>
          </p:cNvSpPr>
          <p:nvPr>
            <p:ph type="title"/>
          </p:nvPr>
        </p:nvSpPr>
        <p:spPr>
          <a:xfrm>
            <a:off x="2550600" y="2216733"/>
            <a:ext cx="7090800" cy="123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17" name="Google Shape;17;p3"/>
          <p:cNvSpPr txBox="1">
            <a:spLocks noGrp="1"/>
          </p:cNvSpPr>
          <p:nvPr>
            <p:ph type="title" idx="2" hasCustomPrompt="1"/>
          </p:nvPr>
        </p:nvSpPr>
        <p:spPr>
          <a:xfrm>
            <a:off x="4861800" y="891767"/>
            <a:ext cx="2468400" cy="135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900"/>
              <a:buNone/>
              <a:defRPr sz="8000">
                <a:solidFill>
                  <a:schemeClr val="accent5"/>
                </a:solidFill>
              </a:defRPr>
            </a:lvl1pPr>
            <a:lvl2pPr lvl="1" rtl="0">
              <a:spcBef>
                <a:spcPts val="0"/>
              </a:spcBef>
              <a:spcAft>
                <a:spcPts val="0"/>
              </a:spcAft>
              <a:buSzPts val="8900"/>
              <a:buNone/>
              <a:defRPr sz="11866"/>
            </a:lvl2pPr>
            <a:lvl3pPr lvl="2" rtl="0">
              <a:spcBef>
                <a:spcPts val="0"/>
              </a:spcBef>
              <a:spcAft>
                <a:spcPts val="0"/>
              </a:spcAft>
              <a:buSzPts val="8900"/>
              <a:buNone/>
              <a:defRPr sz="11866"/>
            </a:lvl3pPr>
            <a:lvl4pPr lvl="3" rtl="0">
              <a:spcBef>
                <a:spcPts val="0"/>
              </a:spcBef>
              <a:spcAft>
                <a:spcPts val="0"/>
              </a:spcAft>
              <a:buSzPts val="8900"/>
              <a:buNone/>
              <a:defRPr sz="11866"/>
            </a:lvl4pPr>
            <a:lvl5pPr lvl="4" rtl="0">
              <a:spcBef>
                <a:spcPts val="0"/>
              </a:spcBef>
              <a:spcAft>
                <a:spcPts val="0"/>
              </a:spcAft>
              <a:buSzPts val="8900"/>
              <a:buNone/>
              <a:defRPr sz="11866"/>
            </a:lvl5pPr>
            <a:lvl6pPr lvl="5" rtl="0">
              <a:spcBef>
                <a:spcPts val="0"/>
              </a:spcBef>
              <a:spcAft>
                <a:spcPts val="0"/>
              </a:spcAft>
              <a:buSzPts val="8900"/>
              <a:buNone/>
              <a:defRPr sz="11866"/>
            </a:lvl6pPr>
            <a:lvl7pPr lvl="6" rtl="0">
              <a:spcBef>
                <a:spcPts val="0"/>
              </a:spcBef>
              <a:spcAft>
                <a:spcPts val="0"/>
              </a:spcAft>
              <a:buSzPts val="8900"/>
              <a:buNone/>
              <a:defRPr sz="11866"/>
            </a:lvl7pPr>
            <a:lvl8pPr lvl="7" rtl="0">
              <a:spcBef>
                <a:spcPts val="0"/>
              </a:spcBef>
              <a:spcAft>
                <a:spcPts val="0"/>
              </a:spcAft>
              <a:buSzPts val="8900"/>
              <a:buNone/>
              <a:defRPr sz="11866"/>
            </a:lvl8pPr>
            <a:lvl9pPr lvl="8" rtl="0">
              <a:spcBef>
                <a:spcPts val="0"/>
              </a:spcBef>
              <a:spcAft>
                <a:spcPts val="0"/>
              </a:spcAft>
              <a:buSzPts val="8900"/>
              <a:buNone/>
              <a:defRPr sz="11866"/>
            </a:lvl9pPr>
          </a:lstStyle>
          <a:p>
            <a:r>
              <a:t>xx%</a:t>
            </a:r>
          </a:p>
        </p:txBody>
      </p:sp>
    </p:spTree>
    <p:extLst>
      <p:ext uri="{BB962C8B-B14F-4D97-AF65-F5344CB8AC3E}">
        <p14:creationId xmlns:p14="http://schemas.microsoft.com/office/powerpoint/2010/main" val="2053156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6"/>
          <p:cNvSpPr/>
          <p:nvPr/>
        </p:nvSpPr>
        <p:spPr>
          <a:xfrm>
            <a:off x="0" y="5814767"/>
            <a:ext cx="12192000" cy="10432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84142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a:spLocks noGrp="1"/>
          </p:cNvSpPr>
          <p:nvPr>
            <p:ph type="pic" idx="2"/>
          </p:nvPr>
        </p:nvSpPr>
        <p:spPr>
          <a:xfrm flipH="1">
            <a:off x="0" y="13267"/>
            <a:ext cx="12192000" cy="6858000"/>
          </a:xfrm>
          <a:prstGeom prst="rect">
            <a:avLst/>
          </a:prstGeom>
          <a:noFill/>
          <a:ln>
            <a:noFill/>
          </a:ln>
        </p:spPr>
        <p:txBody>
          <a:bodyPr/>
          <a:lstStyle/>
          <a:p>
            <a:endParaRPr lang="en-US"/>
          </a:p>
        </p:txBody>
      </p:sp>
      <p:sp>
        <p:nvSpPr>
          <p:cNvPr id="43" name="Google Shape;43;p10"/>
          <p:cNvSpPr txBox="1">
            <a:spLocks noGrp="1"/>
          </p:cNvSpPr>
          <p:nvPr>
            <p:ph type="title"/>
          </p:nvPr>
        </p:nvSpPr>
        <p:spPr>
          <a:xfrm>
            <a:off x="2074800" y="606133"/>
            <a:ext cx="8042400" cy="1646800"/>
          </a:xfrm>
          <a:prstGeom prst="rect">
            <a:avLst/>
          </a:prstGeom>
          <a:gradFill>
            <a:gsLst>
              <a:gs pos="0">
                <a:schemeClr val="lt2"/>
              </a:gs>
              <a:gs pos="100000">
                <a:schemeClr val="lt1"/>
              </a:gs>
            </a:gsLst>
            <a:lin ang="2698631" scaled="0"/>
          </a:gradFill>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extLst>
      <p:ext uri="{BB962C8B-B14F-4D97-AF65-F5344CB8AC3E}">
        <p14:creationId xmlns:p14="http://schemas.microsoft.com/office/powerpoint/2010/main" val="3527075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7"/>
        <p:cNvGrpSpPr/>
        <p:nvPr/>
      </p:nvGrpSpPr>
      <p:grpSpPr>
        <a:xfrm>
          <a:off x="0" y="0"/>
          <a:ext cx="0" cy="0"/>
          <a:chOff x="0" y="0"/>
          <a:chExt cx="0" cy="0"/>
        </a:xfrm>
      </p:grpSpPr>
    </p:spTree>
    <p:extLst>
      <p:ext uri="{BB962C8B-B14F-4D97-AF65-F5344CB8AC3E}">
        <p14:creationId xmlns:p14="http://schemas.microsoft.com/office/powerpoint/2010/main" val="1140949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flipH="1">
            <a:off x="4004000" y="1273817"/>
            <a:ext cx="4184000" cy="142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8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7" name="Google Shape;117;p21"/>
          <p:cNvSpPr txBox="1">
            <a:spLocks noGrp="1"/>
          </p:cNvSpPr>
          <p:nvPr>
            <p:ph type="subTitle" idx="1"/>
          </p:nvPr>
        </p:nvSpPr>
        <p:spPr>
          <a:xfrm flipH="1">
            <a:off x="3404400" y="2508417"/>
            <a:ext cx="5383200" cy="12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400">
                <a:solidFill>
                  <a:schemeClr val="dk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pic>
        <p:nvPicPr>
          <p:cNvPr id="118" name="Google Shape;118;p21"/>
          <p:cNvPicPr preferRelativeResize="0"/>
          <p:nvPr/>
        </p:nvPicPr>
        <p:blipFill rotWithShape="1">
          <a:blip r:embed="rId2">
            <a:alphaModFix/>
          </a:blip>
          <a:srcRect l="29036" t="8652" r="26236" b="36795"/>
          <a:stretch/>
        </p:blipFill>
        <p:spPr>
          <a:xfrm>
            <a:off x="-1695900" y="-1524234"/>
            <a:ext cx="3759027" cy="2578835"/>
          </a:xfrm>
          <a:prstGeom prst="rect">
            <a:avLst/>
          </a:prstGeom>
          <a:noFill/>
          <a:ln>
            <a:noFill/>
          </a:ln>
        </p:spPr>
      </p:pic>
    </p:spTree>
    <p:extLst>
      <p:ext uri="{BB962C8B-B14F-4D97-AF65-F5344CB8AC3E}">
        <p14:creationId xmlns:p14="http://schemas.microsoft.com/office/powerpoint/2010/main" val="12091129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4"/>
        <p:cNvGrpSpPr/>
        <p:nvPr/>
      </p:nvGrpSpPr>
      <p:grpSpPr>
        <a:xfrm>
          <a:off x="0" y="0"/>
          <a:ext cx="0" cy="0"/>
          <a:chOff x="0" y="0"/>
          <a:chExt cx="0" cy="0"/>
        </a:xfrm>
      </p:grpSpPr>
      <p:sp>
        <p:nvSpPr>
          <p:cNvPr id="225" name="Google Shape;225;p34"/>
          <p:cNvSpPr/>
          <p:nvPr/>
        </p:nvSpPr>
        <p:spPr>
          <a:xfrm>
            <a:off x="0" y="5814767"/>
            <a:ext cx="12192000" cy="10432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226" name="Google Shape;226;p34"/>
          <p:cNvPicPr preferRelativeResize="0"/>
          <p:nvPr/>
        </p:nvPicPr>
        <p:blipFill rotWithShape="1">
          <a:blip r:embed="rId2">
            <a:alphaModFix/>
          </a:blip>
          <a:srcRect l="25471" t="11989" r="44988" b="10406"/>
          <a:stretch/>
        </p:blipFill>
        <p:spPr>
          <a:xfrm rot="-542067">
            <a:off x="-1392483" y="-253399"/>
            <a:ext cx="4686933" cy="6926601"/>
          </a:xfrm>
          <a:prstGeom prst="rect">
            <a:avLst/>
          </a:prstGeom>
          <a:noFill/>
          <a:ln>
            <a:noFill/>
          </a:ln>
        </p:spPr>
      </p:pic>
      <p:pic>
        <p:nvPicPr>
          <p:cNvPr id="227" name="Google Shape;227;p34"/>
          <p:cNvPicPr preferRelativeResize="0"/>
          <p:nvPr/>
        </p:nvPicPr>
        <p:blipFill rotWithShape="1">
          <a:blip r:embed="rId2">
            <a:alphaModFix/>
          </a:blip>
          <a:srcRect l="25471" t="11989" r="44988" b="10406"/>
          <a:stretch/>
        </p:blipFill>
        <p:spPr>
          <a:xfrm rot="542067" flipH="1">
            <a:off x="8897567" y="-253399"/>
            <a:ext cx="4686933" cy="6926601"/>
          </a:xfrm>
          <a:prstGeom prst="rect">
            <a:avLst/>
          </a:prstGeom>
          <a:noFill/>
          <a:ln>
            <a:noFill/>
          </a:ln>
        </p:spPr>
      </p:pic>
      <p:pic>
        <p:nvPicPr>
          <p:cNvPr id="228" name="Google Shape;228;p34"/>
          <p:cNvPicPr preferRelativeResize="0"/>
          <p:nvPr/>
        </p:nvPicPr>
        <p:blipFill rotWithShape="1">
          <a:blip r:embed="rId3">
            <a:alphaModFix/>
          </a:blip>
          <a:srcRect l="25097" t="9383" r="41069" b="12221"/>
          <a:stretch/>
        </p:blipFill>
        <p:spPr>
          <a:xfrm rot="12" flipH="1">
            <a:off x="8879235" y="2206075"/>
            <a:ext cx="3816000" cy="4973684"/>
          </a:xfrm>
          <a:prstGeom prst="rect">
            <a:avLst/>
          </a:prstGeom>
          <a:noFill/>
          <a:ln>
            <a:noFill/>
          </a:ln>
        </p:spPr>
      </p:pic>
      <p:pic>
        <p:nvPicPr>
          <p:cNvPr id="229" name="Google Shape;229;p34"/>
          <p:cNvPicPr preferRelativeResize="0"/>
          <p:nvPr/>
        </p:nvPicPr>
        <p:blipFill rotWithShape="1">
          <a:blip r:embed="rId4">
            <a:alphaModFix/>
          </a:blip>
          <a:srcRect l="28868" t="19288" r="38344" b="23392"/>
          <a:stretch/>
        </p:blipFill>
        <p:spPr>
          <a:xfrm>
            <a:off x="7956285" y="4963835"/>
            <a:ext cx="1675303" cy="1647468"/>
          </a:xfrm>
          <a:prstGeom prst="rect">
            <a:avLst/>
          </a:prstGeom>
          <a:noFill/>
          <a:ln>
            <a:noFill/>
          </a:ln>
        </p:spPr>
      </p:pic>
      <p:pic>
        <p:nvPicPr>
          <p:cNvPr id="230" name="Google Shape;230;p34"/>
          <p:cNvPicPr preferRelativeResize="0"/>
          <p:nvPr/>
        </p:nvPicPr>
        <p:blipFill rotWithShape="1">
          <a:blip r:embed="rId5">
            <a:alphaModFix/>
          </a:blip>
          <a:srcRect l="32809" t="11201" r="34614" b="41413"/>
          <a:stretch/>
        </p:blipFill>
        <p:spPr>
          <a:xfrm rot="3101338">
            <a:off x="1130283" y="4829267"/>
            <a:ext cx="1845555" cy="1510000"/>
          </a:xfrm>
          <a:prstGeom prst="rect">
            <a:avLst/>
          </a:prstGeom>
          <a:noFill/>
          <a:ln>
            <a:noFill/>
          </a:ln>
        </p:spPr>
      </p:pic>
    </p:spTree>
    <p:extLst>
      <p:ext uri="{BB962C8B-B14F-4D97-AF65-F5344CB8AC3E}">
        <p14:creationId xmlns:p14="http://schemas.microsoft.com/office/powerpoint/2010/main" val="19058094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31"/>
        <p:cNvGrpSpPr/>
        <p:nvPr/>
      </p:nvGrpSpPr>
      <p:grpSpPr>
        <a:xfrm>
          <a:off x="0" y="0"/>
          <a:ext cx="0" cy="0"/>
          <a:chOff x="0" y="0"/>
          <a:chExt cx="0" cy="0"/>
        </a:xfrm>
      </p:grpSpPr>
      <p:grpSp>
        <p:nvGrpSpPr>
          <p:cNvPr id="232" name="Google Shape;232;p35"/>
          <p:cNvGrpSpPr/>
          <p:nvPr/>
        </p:nvGrpSpPr>
        <p:grpSpPr>
          <a:xfrm>
            <a:off x="0" y="4990044"/>
            <a:ext cx="12192000" cy="2844824"/>
            <a:chOff x="0" y="3742533"/>
            <a:chExt cx="9144000" cy="2133618"/>
          </a:xfrm>
        </p:grpSpPr>
        <p:pic>
          <p:nvPicPr>
            <p:cNvPr id="233" name="Google Shape;233;p35"/>
            <p:cNvPicPr preferRelativeResize="0"/>
            <p:nvPr/>
          </p:nvPicPr>
          <p:blipFill rotWithShape="1">
            <a:blip r:embed="rId2">
              <a:alphaModFix amt="69000"/>
            </a:blip>
            <a:srcRect l="9797" t="21487" r="14484" b="47102"/>
            <a:stretch/>
          </p:blipFill>
          <p:spPr>
            <a:xfrm>
              <a:off x="0" y="3742533"/>
              <a:ext cx="9144000" cy="2133618"/>
            </a:xfrm>
            <a:prstGeom prst="rect">
              <a:avLst/>
            </a:prstGeom>
            <a:noFill/>
            <a:ln>
              <a:noFill/>
            </a:ln>
          </p:spPr>
        </p:pic>
        <p:sp>
          <p:nvSpPr>
            <p:cNvPr id="234" name="Google Shape;234;p35"/>
            <p:cNvSpPr/>
            <p:nvPr/>
          </p:nvSpPr>
          <p:spPr>
            <a:xfrm>
              <a:off x="0" y="4361075"/>
              <a:ext cx="9144000" cy="782400"/>
            </a:xfrm>
            <a:prstGeom prst="rect">
              <a:avLst/>
            </a:prstGeom>
            <a:gradFill>
              <a:gsLst>
                <a:gs pos="0">
                  <a:schemeClr val="accen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235" name="Google Shape;235;p35"/>
          <p:cNvPicPr preferRelativeResize="0"/>
          <p:nvPr/>
        </p:nvPicPr>
        <p:blipFill rotWithShape="1">
          <a:blip r:embed="rId3">
            <a:alphaModFix/>
          </a:blip>
          <a:srcRect l="29036" t="8652" r="26236" b="36795"/>
          <a:stretch/>
        </p:blipFill>
        <p:spPr>
          <a:xfrm>
            <a:off x="-1695900" y="-914634"/>
            <a:ext cx="3759027" cy="2578835"/>
          </a:xfrm>
          <a:prstGeom prst="rect">
            <a:avLst/>
          </a:prstGeom>
          <a:noFill/>
          <a:ln>
            <a:noFill/>
          </a:ln>
        </p:spPr>
      </p:pic>
      <p:pic>
        <p:nvPicPr>
          <p:cNvPr id="236" name="Google Shape;236;p35"/>
          <p:cNvPicPr preferRelativeResize="0"/>
          <p:nvPr/>
        </p:nvPicPr>
        <p:blipFill rotWithShape="1">
          <a:blip r:embed="rId3">
            <a:alphaModFix/>
          </a:blip>
          <a:srcRect l="29036" t="8652" r="26236" b="36795"/>
          <a:stretch/>
        </p:blipFill>
        <p:spPr>
          <a:xfrm flipH="1">
            <a:off x="10128867" y="-914634"/>
            <a:ext cx="3759027" cy="2578835"/>
          </a:xfrm>
          <a:prstGeom prst="rect">
            <a:avLst/>
          </a:prstGeom>
          <a:noFill/>
          <a:ln>
            <a:noFill/>
          </a:ln>
        </p:spPr>
      </p:pic>
      <p:pic>
        <p:nvPicPr>
          <p:cNvPr id="237" name="Google Shape;237;p35"/>
          <p:cNvPicPr preferRelativeResize="0"/>
          <p:nvPr/>
        </p:nvPicPr>
        <p:blipFill rotWithShape="1">
          <a:blip r:embed="rId4">
            <a:alphaModFix/>
          </a:blip>
          <a:srcRect l="20614" t="9679" r="39581" b="16202"/>
          <a:stretch/>
        </p:blipFill>
        <p:spPr>
          <a:xfrm rot="-35" flipH="1">
            <a:off x="3535374" y="4744828"/>
            <a:ext cx="1884589" cy="1973837"/>
          </a:xfrm>
          <a:prstGeom prst="rect">
            <a:avLst/>
          </a:prstGeom>
          <a:noFill/>
          <a:ln>
            <a:noFill/>
          </a:ln>
        </p:spPr>
      </p:pic>
      <p:pic>
        <p:nvPicPr>
          <p:cNvPr id="238" name="Google Shape;238;p35"/>
          <p:cNvPicPr preferRelativeResize="0"/>
          <p:nvPr/>
        </p:nvPicPr>
        <p:blipFill rotWithShape="1">
          <a:blip r:embed="rId5">
            <a:alphaModFix/>
          </a:blip>
          <a:srcRect l="25097" t="9383" r="41069" b="12221"/>
          <a:stretch/>
        </p:blipFill>
        <p:spPr>
          <a:xfrm rot="12" flipH="1">
            <a:off x="-1596465" y="1884309"/>
            <a:ext cx="3816000" cy="4973684"/>
          </a:xfrm>
          <a:prstGeom prst="rect">
            <a:avLst/>
          </a:prstGeom>
          <a:noFill/>
          <a:ln>
            <a:noFill/>
          </a:ln>
        </p:spPr>
      </p:pic>
      <p:pic>
        <p:nvPicPr>
          <p:cNvPr id="239" name="Google Shape;239;p35"/>
          <p:cNvPicPr preferRelativeResize="0"/>
          <p:nvPr/>
        </p:nvPicPr>
        <p:blipFill rotWithShape="1">
          <a:blip r:embed="rId5">
            <a:alphaModFix/>
          </a:blip>
          <a:srcRect l="25097" t="9383" r="41069" b="12221"/>
          <a:stretch/>
        </p:blipFill>
        <p:spPr>
          <a:xfrm rot="-1854174" flipH="1">
            <a:off x="573982" y="3250045"/>
            <a:ext cx="3514037" cy="4580116"/>
          </a:xfrm>
          <a:prstGeom prst="rect">
            <a:avLst/>
          </a:prstGeom>
          <a:noFill/>
          <a:ln>
            <a:noFill/>
          </a:ln>
        </p:spPr>
      </p:pic>
      <p:pic>
        <p:nvPicPr>
          <p:cNvPr id="240" name="Google Shape;240;p35"/>
          <p:cNvPicPr preferRelativeResize="0"/>
          <p:nvPr/>
        </p:nvPicPr>
        <p:blipFill rotWithShape="1">
          <a:blip r:embed="rId6">
            <a:alphaModFix/>
          </a:blip>
          <a:srcRect l="30921" r="41424" b="19289"/>
          <a:stretch/>
        </p:blipFill>
        <p:spPr>
          <a:xfrm rot="2861710" flipH="1">
            <a:off x="9322720" y="1830650"/>
            <a:ext cx="3027757" cy="4970612"/>
          </a:xfrm>
          <a:prstGeom prst="rect">
            <a:avLst/>
          </a:prstGeom>
          <a:noFill/>
          <a:ln>
            <a:noFill/>
          </a:ln>
        </p:spPr>
      </p:pic>
    </p:spTree>
    <p:extLst>
      <p:ext uri="{BB962C8B-B14F-4D97-AF65-F5344CB8AC3E}">
        <p14:creationId xmlns:p14="http://schemas.microsoft.com/office/powerpoint/2010/main" val="3559959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gradFill>
          <a:gsLst>
            <a:gs pos="0">
              <a:schemeClr val="lt2"/>
            </a:gs>
            <a:gs pos="100000">
              <a:schemeClr val="lt1"/>
            </a:gs>
          </a:gsLst>
          <a:lin ang="2700006"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326000" y="794200"/>
            <a:ext cx="5540000" cy="2940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000" b="1">
                <a:latin typeface="Oswald"/>
                <a:ea typeface="Oswald"/>
                <a:cs typeface="Oswald"/>
                <a:sym typeface="Oswald"/>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3933400" y="3682633"/>
            <a:ext cx="4325200" cy="930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400">
                <a:solidFill>
                  <a:schemeClr val="dk1"/>
                </a:solidFill>
                <a:latin typeface="Actor"/>
                <a:ea typeface="Actor"/>
                <a:cs typeface="Actor"/>
                <a:sym typeface="Actor"/>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grpSp>
        <p:nvGrpSpPr>
          <p:cNvPr id="11" name="Google Shape;11;p2"/>
          <p:cNvGrpSpPr/>
          <p:nvPr/>
        </p:nvGrpSpPr>
        <p:grpSpPr>
          <a:xfrm>
            <a:off x="0" y="4177244"/>
            <a:ext cx="12192000" cy="2844824"/>
            <a:chOff x="0" y="3132933"/>
            <a:chExt cx="9144000" cy="2133618"/>
          </a:xfrm>
        </p:grpSpPr>
        <p:pic>
          <p:nvPicPr>
            <p:cNvPr id="12" name="Google Shape;12;p2"/>
            <p:cNvPicPr preferRelativeResize="0"/>
            <p:nvPr/>
          </p:nvPicPr>
          <p:blipFill rotWithShape="1">
            <a:blip r:embed="rId2">
              <a:alphaModFix amt="69000"/>
            </a:blip>
            <a:srcRect l="9797" t="21487" r="14484" b="47102"/>
            <a:stretch/>
          </p:blipFill>
          <p:spPr>
            <a:xfrm>
              <a:off x="0" y="3132933"/>
              <a:ext cx="9144000" cy="2133618"/>
            </a:xfrm>
            <a:prstGeom prst="rect">
              <a:avLst/>
            </a:prstGeom>
            <a:noFill/>
            <a:ln>
              <a:noFill/>
            </a:ln>
          </p:spPr>
        </p:pic>
        <p:sp>
          <p:nvSpPr>
            <p:cNvPr id="13" name="Google Shape;13;p2"/>
            <p:cNvSpPr/>
            <p:nvPr/>
          </p:nvSpPr>
          <p:spPr>
            <a:xfrm>
              <a:off x="0" y="4208675"/>
              <a:ext cx="9144000" cy="934800"/>
            </a:xfrm>
            <a:prstGeom prst="rect">
              <a:avLst/>
            </a:prstGeom>
            <a:gradFill>
              <a:gsLst>
                <a:gs pos="0">
                  <a:schemeClr val="accen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2887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954767" y="1536633"/>
            <a:ext cx="10282400" cy="3870800"/>
          </a:xfrm>
          <a:prstGeom prst="rect">
            <a:avLst/>
          </a:prstGeom>
        </p:spPr>
        <p:txBody>
          <a:bodyPr spcFirstLastPara="1" wrap="square" lIns="91425" tIns="91425" rIns="91425" bIns="91425" anchor="t" anchorCtr="0">
            <a:noAutofit/>
          </a:bodyPr>
          <a:lstStyle>
            <a:lvl1pPr marL="609585" lvl="0" indent="-431789">
              <a:spcBef>
                <a:spcPts val="0"/>
              </a:spcBef>
              <a:spcAft>
                <a:spcPts val="0"/>
              </a:spcAft>
              <a:buClr>
                <a:schemeClr val="accent6"/>
              </a:buClr>
              <a:buSzPts val="1500"/>
              <a:buFont typeface="Didact Gothic"/>
              <a:buChar char="●"/>
              <a:defRPr/>
            </a:lvl1pPr>
            <a:lvl2pPr marL="1219170" lvl="1" indent="-431789">
              <a:spcBef>
                <a:spcPts val="0"/>
              </a:spcBef>
              <a:spcAft>
                <a:spcPts val="0"/>
              </a:spcAft>
              <a:buClr>
                <a:srgbClr val="030352"/>
              </a:buClr>
              <a:buSzPts val="1500"/>
              <a:buFont typeface="Didact Gothic"/>
              <a:buChar char="○"/>
              <a:defRPr/>
            </a:lvl2pPr>
            <a:lvl3pPr marL="1828754" lvl="2" indent="-431789">
              <a:spcBef>
                <a:spcPts val="0"/>
              </a:spcBef>
              <a:spcAft>
                <a:spcPts val="0"/>
              </a:spcAft>
              <a:buClr>
                <a:srgbClr val="030352"/>
              </a:buClr>
              <a:buSzPts val="1500"/>
              <a:buFont typeface="Didact Gothic"/>
              <a:buChar char="■"/>
              <a:defRPr/>
            </a:lvl3pPr>
            <a:lvl4pPr marL="2438339" lvl="3" indent="-431789">
              <a:spcBef>
                <a:spcPts val="0"/>
              </a:spcBef>
              <a:spcAft>
                <a:spcPts val="0"/>
              </a:spcAft>
              <a:buClr>
                <a:srgbClr val="030352"/>
              </a:buClr>
              <a:buSzPts val="1500"/>
              <a:buFont typeface="Didact Gothic"/>
              <a:buChar char="●"/>
              <a:defRPr/>
            </a:lvl4pPr>
            <a:lvl5pPr marL="3047924" lvl="4" indent="-431789">
              <a:spcBef>
                <a:spcPts val="0"/>
              </a:spcBef>
              <a:spcAft>
                <a:spcPts val="0"/>
              </a:spcAft>
              <a:buClr>
                <a:srgbClr val="030352"/>
              </a:buClr>
              <a:buSzPts val="1500"/>
              <a:buFont typeface="Didact Gothic"/>
              <a:buChar char="○"/>
              <a:defRPr/>
            </a:lvl5pPr>
            <a:lvl6pPr marL="3657509" lvl="5" indent="-431789">
              <a:spcBef>
                <a:spcPts val="0"/>
              </a:spcBef>
              <a:spcAft>
                <a:spcPts val="0"/>
              </a:spcAft>
              <a:buClr>
                <a:srgbClr val="030352"/>
              </a:buClr>
              <a:buSzPts val="1500"/>
              <a:buFont typeface="Didact Gothic"/>
              <a:buChar char="■"/>
              <a:defRPr/>
            </a:lvl6pPr>
            <a:lvl7pPr marL="4267093" lvl="6" indent="-431789">
              <a:spcBef>
                <a:spcPts val="0"/>
              </a:spcBef>
              <a:spcAft>
                <a:spcPts val="0"/>
              </a:spcAft>
              <a:buClr>
                <a:srgbClr val="030352"/>
              </a:buClr>
              <a:buSzPts val="1500"/>
              <a:buFont typeface="Didact Gothic"/>
              <a:buChar char="●"/>
              <a:defRPr/>
            </a:lvl7pPr>
            <a:lvl8pPr marL="4876678" lvl="7" indent="-431789">
              <a:spcBef>
                <a:spcPts val="0"/>
              </a:spcBef>
              <a:spcAft>
                <a:spcPts val="0"/>
              </a:spcAft>
              <a:buClr>
                <a:srgbClr val="030352"/>
              </a:buClr>
              <a:buSzPts val="1500"/>
              <a:buFont typeface="Didact Gothic"/>
              <a:buChar char="○"/>
              <a:defRPr/>
            </a:lvl8pPr>
            <a:lvl9pPr marL="5486263" lvl="8" indent="-431789">
              <a:spcBef>
                <a:spcPts val="0"/>
              </a:spcBef>
              <a:spcAft>
                <a:spcPts val="0"/>
              </a:spcAft>
              <a:buClr>
                <a:srgbClr val="030352"/>
              </a:buClr>
              <a:buSzPts val="1500"/>
              <a:buFont typeface="Didact Gothic"/>
              <a:buChar char="■"/>
              <a:defRPr/>
            </a:lvl9pPr>
          </a:lstStyle>
          <a:p>
            <a:endParaRPr/>
          </a:p>
        </p:txBody>
      </p:sp>
      <p:sp>
        <p:nvSpPr>
          <p:cNvPr id="20" name="Google Shape;20;p4"/>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 name="Google Shape;21;p4"/>
          <p:cNvSpPr/>
          <p:nvPr/>
        </p:nvSpPr>
        <p:spPr>
          <a:xfrm>
            <a:off x="0" y="5814767"/>
            <a:ext cx="12192000" cy="10432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105169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4" name="Google Shape;24;p5"/>
          <p:cNvSpPr txBox="1">
            <a:spLocks noGrp="1"/>
          </p:cNvSpPr>
          <p:nvPr>
            <p:ph type="subTitle" idx="1"/>
          </p:nvPr>
        </p:nvSpPr>
        <p:spPr>
          <a:xfrm>
            <a:off x="1431733" y="2013067"/>
            <a:ext cx="4365600" cy="2966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500"/>
              <a:buNone/>
              <a:defRPr sz="2000">
                <a:solidFill>
                  <a:schemeClr val="dk1"/>
                </a:solidFill>
              </a:defRPr>
            </a:lvl1pPr>
            <a:lvl2pPr lvl="1" algn="ctr" rtl="0">
              <a:spcBef>
                <a:spcPts val="0"/>
              </a:spcBef>
              <a:spcAft>
                <a:spcPts val="0"/>
              </a:spcAft>
              <a:buClr>
                <a:schemeClr val="dk1"/>
              </a:buClr>
              <a:buSzPts val="1500"/>
              <a:buNone/>
              <a:defRPr sz="2000">
                <a:solidFill>
                  <a:schemeClr val="dk1"/>
                </a:solidFill>
              </a:defRPr>
            </a:lvl2pPr>
            <a:lvl3pPr lvl="2" algn="ctr" rtl="0">
              <a:spcBef>
                <a:spcPts val="0"/>
              </a:spcBef>
              <a:spcAft>
                <a:spcPts val="0"/>
              </a:spcAft>
              <a:buClr>
                <a:schemeClr val="dk1"/>
              </a:buClr>
              <a:buSzPts val="1500"/>
              <a:buNone/>
              <a:defRPr sz="2000">
                <a:solidFill>
                  <a:schemeClr val="dk1"/>
                </a:solidFill>
              </a:defRPr>
            </a:lvl3pPr>
            <a:lvl4pPr lvl="3" algn="ctr" rtl="0">
              <a:spcBef>
                <a:spcPts val="0"/>
              </a:spcBef>
              <a:spcAft>
                <a:spcPts val="0"/>
              </a:spcAft>
              <a:buClr>
                <a:schemeClr val="dk1"/>
              </a:buClr>
              <a:buSzPts val="1500"/>
              <a:buNone/>
              <a:defRPr sz="2000">
                <a:solidFill>
                  <a:schemeClr val="dk1"/>
                </a:solidFill>
              </a:defRPr>
            </a:lvl4pPr>
            <a:lvl5pPr lvl="4" algn="ctr" rtl="0">
              <a:spcBef>
                <a:spcPts val="0"/>
              </a:spcBef>
              <a:spcAft>
                <a:spcPts val="0"/>
              </a:spcAft>
              <a:buClr>
                <a:schemeClr val="dk1"/>
              </a:buClr>
              <a:buSzPts val="1500"/>
              <a:buNone/>
              <a:defRPr sz="2000">
                <a:solidFill>
                  <a:schemeClr val="dk1"/>
                </a:solidFill>
              </a:defRPr>
            </a:lvl5pPr>
            <a:lvl6pPr lvl="5" algn="ctr" rtl="0">
              <a:spcBef>
                <a:spcPts val="0"/>
              </a:spcBef>
              <a:spcAft>
                <a:spcPts val="0"/>
              </a:spcAft>
              <a:buClr>
                <a:schemeClr val="dk1"/>
              </a:buClr>
              <a:buSzPts val="1500"/>
              <a:buNone/>
              <a:defRPr sz="2000">
                <a:solidFill>
                  <a:schemeClr val="dk1"/>
                </a:solidFill>
              </a:defRPr>
            </a:lvl6pPr>
            <a:lvl7pPr lvl="6" algn="ctr" rtl="0">
              <a:spcBef>
                <a:spcPts val="0"/>
              </a:spcBef>
              <a:spcAft>
                <a:spcPts val="0"/>
              </a:spcAft>
              <a:buClr>
                <a:schemeClr val="dk1"/>
              </a:buClr>
              <a:buSzPts val="1500"/>
              <a:buNone/>
              <a:defRPr sz="2000">
                <a:solidFill>
                  <a:schemeClr val="dk1"/>
                </a:solidFill>
              </a:defRPr>
            </a:lvl7pPr>
            <a:lvl8pPr lvl="7" algn="ctr" rtl="0">
              <a:spcBef>
                <a:spcPts val="0"/>
              </a:spcBef>
              <a:spcAft>
                <a:spcPts val="0"/>
              </a:spcAft>
              <a:buClr>
                <a:schemeClr val="dk1"/>
              </a:buClr>
              <a:buSzPts val="1500"/>
              <a:buNone/>
              <a:defRPr sz="2000">
                <a:solidFill>
                  <a:schemeClr val="dk1"/>
                </a:solidFill>
              </a:defRPr>
            </a:lvl8pPr>
            <a:lvl9pPr lvl="8" algn="ctr" rtl="0">
              <a:spcBef>
                <a:spcPts val="0"/>
              </a:spcBef>
              <a:spcAft>
                <a:spcPts val="0"/>
              </a:spcAft>
              <a:buClr>
                <a:schemeClr val="dk1"/>
              </a:buClr>
              <a:buSzPts val="1500"/>
              <a:buNone/>
              <a:defRPr sz="2000">
                <a:solidFill>
                  <a:schemeClr val="dk1"/>
                </a:solidFill>
              </a:defRPr>
            </a:lvl9pPr>
          </a:lstStyle>
          <a:p>
            <a:endParaRPr/>
          </a:p>
        </p:txBody>
      </p:sp>
      <p:sp>
        <p:nvSpPr>
          <p:cNvPr id="25" name="Google Shape;25;p5"/>
          <p:cNvSpPr txBox="1">
            <a:spLocks noGrp="1"/>
          </p:cNvSpPr>
          <p:nvPr>
            <p:ph type="subTitle" idx="2"/>
          </p:nvPr>
        </p:nvSpPr>
        <p:spPr>
          <a:xfrm>
            <a:off x="6394667" y="2013067"/>
            <a:ext cx="4365600" cy="2966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500"/>
              <a:buNone/>
              <a:defRPr sz="2000">
                <a:solidFill>
                  <a:schemeClr val="dk1"/>
                </a:solidFill>
              </a:defRPr>
            </a:lvl1pPr>
            <a:lvl2pPr lvl="1" algn="ctr" rtl="0">
              <a:spcBef>
                <a:spcPts val="0"/>
              </a:spcBef>
              <a:spcAft>
                <a:spcPts val="0"/>
              </a:spcAft>
              <a:buClr>
                <a:schemeClr val="dk1"/>
              </a:buClr>
              <a:buSzPts val="1500"/>
              <a:buNone/>
              <a:defRPr sz="2000">
                <a:solidFill>
                  <a:schemeClr val="dk1"/>
                </a:solidFill>
              </a:defRPr>
            </a:lvl2pPr>
            <a:lvl3pPr lvl="2" algn="ctr" rtl="0">
              <a:spcBef>
                <a:spcPts val="0"/>
              </a:spcBef>
              <a:spcAft>
                <a:spcPts val="0"/>
              </a:spcAft>
              <a:buClr>
                <a:schemeClr val="dk1"/>
              </a:buClr>
              <a:buSzPts val="1500"/>
              <a:buNone/>
              <a:defRPr sz="2000">
                <a:solidFill>
                  <a:schemeClr val="dk1"/>
                </a:solidFill>
              </a:defRPr>
            </a:lvl3pPr>
            <a:lvl4pPr lvl="3" algn="ctr" rtl="0">
              <a:spcBef>
                <a:spcPts val="0"/>
              </a:spcBef>
              <a:spcAft>
                <a:spcPts val="0"/>
              </a:spcAft>
              <a:buClr>
                <a:schemeClr val="dk1"/>
              </a:buClr>
              <a:buSzPts val="1500"/>
              <a:buNone/>
              <a:defRPr sz="2000">
                <a:solidFill>
                  <a:schemeClr val="dk1"/>
                </a:solidFill>
              </a:defRPr>
            </a:lvl4pPr>
            <a:lvl5pPr lvl="4" algn="ctr" rtl="0">
              <a:spcBef>
                <a:spcPts val="0"/>
              </a:spcBef>
              <a:spcAft>
                <a:spcPts val="0"/>
              </a:spcAft>
              <a:buClr>
                <a:schemeClr val="dk1"/>
              </a:buClr>
              <a:buSzPts val="1500"/>
              <a:buNone/>
              <a:defRPr sz="2000">
                <a:solidFill>
                  <a:schemeClr val="dk1"/>
                </a:solidFill>
              </a:defRPr>
            </a:lvl5pPr>
            <a:lvl6pPr lvl="5" algn="ctr" rtl="0">
              <a:spcBef>
                <a:spcPts val="0"/>
              </a:spcBef>
              <a:spcAft>
                <a:spcPts val="0"/>
              </a:spcAft>
              <a:buClr>
                <a:schemeClr val="dk1"/>
              </a:buClr>
              <a:buSzPts val="1500"/>
              <a:buNone/>
              <a:defRPr sz="2000">
                <a:solidFill>
                  <a:schemeClr val="dk1"/>
                </a:solidFill>
              </a:defRPr>
            </a:lvl6pPr>
            <a:lvl7pPr lvl="6" algn="ctr" rtl="0">
              <a:spcBef>
                <a:spcPts val="0"/>
              </a:spcBef>
              <a:spcAft>
                <a:spcPts val="0"/>
              </a:spcAft>
              <a:buClr>
                <a:schemeClr val="dk1"/>
              </a:buClr>
              <a:buSzPts val="1500"/>
              <a:buNone/>
              <a:defRPr sz="2000">
                <a:solidFill>
                  <a:schemeClr val="dk1"/>
                </a:solidFill>
              </a:defRPr>
            </a:lvl7pPr>
            <a:lvl8pPr lvl="7" algn="ctr" rtl="0">
              <a:spcBef>
                <a:spcPts val="0"/>
              </a:spcBef>
              <a:spcAft>
                <a:spcPts val="0"/>
              </a:spcAft>
              <a:buClr>
                <a:schemeClr val="dk1"/>
              </a:buClr>
              <a:buSzPts val="1500"/>
              <a:buNone/>
              <a:defRPr sz="2000">
                <a:solidFill>
                  <a:schemeClr val="dk1"/>
                </a:solidFill>
              </a:defRPr>
            </a:lvl8pPr>
            <a:lvl9pPr lvl="8" algn="ctr" rtl="0">
              <a:spcBef>
                <a:spcPts val="0"/>
              </a:spcBef>
              <a:spcAft>
                <a:spcPts val="0"/>
              </a:spcAft>
              <a:buClr>
                <a:schemeClr val="dk1"/>
              </a:buClr>
              <a:buSzPts val="1500"/>
              <a:buNone/>
              <a:defRPr sz="2000">
                <a:solidFill>
                  <a:schemeClr val="dk1"/>
                </a:solidFill>
              </a:defRPr>
            </a:lvl9pPr>
          </a:lstStyle>
          <a:p>
            <a:endParaRPr/>
          </a:p>
        </p:txBody>
      </p:sp>
    </p:spTree>
    <p:extLst>
      <p:ext uri="{BB962C8B-B14F-4D97-AF65-F5344CB8AC3E}">
        <p14:creationId xmlns:p14="http://schemas.microsoft.com/office/powerpoint/2010/main" val="995607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6"/>
          <p:cNvSpPr/>
          <p:nvPr/>
        </p:nvSpPr>
        <p:spPr>
          <a:xfrm>
            <a:off x="0" y="5814767"/>
            <a:ext cx="12192000" cy="10432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89682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3399200" y="1528700"/>
            <a:ext cx="5393600" cy="1201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9" name="Google Shape;39;p9"/>
          <p:cNvSpPr txBox="1">
            <a:spLocks noGrp="1"/>
          </p:cNvSpPr>
          <p:nvPr>
            <p:ph type="subTitle" idx="1"/>
          </p:nvPr>
        </p:nvSpPr>
        <p:spPr>
          <a:xfrm>
            <a:off x="2807200" y="2666467"/>
            <a:ext cx="6577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pic>
        <p:nvPicPr>
          <p:cNvPr id="40" name="Google Shape;40;p9"/>
          <p:cNvPicPr preferRelativeResize="0"/>
          <p:nvPr/>
        </p:nvPicPr>
        <p:blipFill rotWithShape="1">
          <a:blip r:embed="rId2">
            <a:alphaModFix/>
          </a:blip>
          <a:srcRect l="29036" t="8652" r="26236" b="36795"/>
          <a:stretch/>
        </p:blipFill>
        <p:spPr>
          <a:xfrm flipH="1">
            <a:off x="9491200" y="-914634"/>
            <a:ext cx="3759027" cy="2578835"/>
          </a:xfrm>
          <a:prstGeom prst="rect">
            <a:avLst/>
          </a:prstGeom>
          <a:noFill/>
          <a:ln>
            <a:noFill/>
          </a:ln>
        </p:spPr>
      </p:pic>
    </p:spTree>
    <p:extLst>
      <p:ext uri="{BB962C8B-B14F-4D97-AF65-F5344CB8AC3E}">
        <p14:creationId xmlns:p14="http://schemas.microsoft.com/office/powerpoint/2010/main" val="30599031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a:spLocks noGrp="1"/>
          </p:cNvSpPr>
          <p:nvPr>
            <p:ph type="pic" idx="2"/>
          </p:nvPr>
        </p:nvSpPr>
        <p:spPr>
          <a:xfrm flipH="1">
            <a:off x="0" y="13267"/>
            <a:ext cx="12192000" cy="6858000"/>
          </a:xfrm>
          <a:prstGeom prst="rect">
            <a:avLst/>
          </a:prstGeom>
          <a:noFill/>
          <a:ln>
            <a:noFill/>
          </a:ln>
        </p:spPr>
      </p:sp>
      <p:sp>
        <p:nvSpPr>
          <p:cNvPr id="43" name="Google Shape;43;p10"/>
          <p:cNvSpPr txBox="1">
            <a:spLocks noGrp="1"/>
          </p:cNvSpPr>
          <p:nvPr>
            <p:ph type="title"/>
          </p:nvPr>
        </p:nvSpPr>
        <p:spPr>
          <a:xfrm>
            <a:off x="2074800" y="606133"/>
            <a:ext cx="8042400" cy="1646800"/>
          </a:xfrm>
          <a:prstGeom prst="rect">
            <a:avLst/>
          </a:prstGeom>
          <a:gradFill>
            <a:gsLst>
              <a:gs pos="0">
                <a:schemeClr val="lt2"/>
              </a:gs>
              <a:gs pos="100000">
                <a:schemeClr val="lt1"/>
              </a:gs>
            </a:gsLst>
            <a:lin ang="2698631" scaled="0"/>
          </a:gradFill>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extLst>
      <p:ext uri="{BB962C8B-B14F-4D97-AF65-F5344CB8AC3E}">
        <p14:creationId xmlns:p14="http://schemas.microsoft.com/office/powerpoint/2010/main" val="3239099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7"/>
        <p:cNvGrpSpPr/>
        <p:nvPr/>
      </p:nvGrpSpPr>
      <p:grpSpPr>
        <a:xfrm>
          <a:off x="0" y="0"/>
          <a:ext cx="0" cy="0"/>
          <a:chOff x="0" y="0"/>
          <a:chExt cx="0" cy="0"/>
        </a:xfrm>
      </p:grpSpPr>
    </p:spTree>
    <p:extLst>
      <p:ext uri="{BB962C8B-B14F-4D97-AF65-F5344CB8AC3E}">
        <p14:creationId xmlns:p14="http://schemas.microsoft.com/office/powerpoint/2010/main" val="35926145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flipH="1">
            <a:off x="4004000" y="1273817"/>
            <a:ext cx="4184000" cy="142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8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7" name="Google Shape;117;p21"/>
          <p:cNvSpPr txBox="1">
            <a:spLocks noGrp="1"/>
          </p:cNvSpPr>
          <p:nvPr>
            <p:ph type="subTitle" idx="1"/>
          </p:nvPr>
        </p:nvSpPr>
        <p:spPr>
          <a:xfrm flipH="1">
            <a:off x="3404400" y="2508417"/>
            <a:ext cx="5383200" cy="12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400">
                <a:solidFill>
                  <a:schemeClr val="dk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pic>
        <p:nvPicPr>
          <p:cNvPr id="118" name="Google Shape;118;p21"/>
          <p:cNvPicPr preferRelativeResize="0"/>
          <p:nvPr/>
        </p:nvPicPr>
        <p:blipFill rotWithShape="1">
          <a:blip r:embed="rId2">
            <a:alphaModFix/>
          </a:blip>
          <a:srcRect l="29036" t="8652" r="26236" b="36795"/>
          <a:stretch/>
        </p:blipFill>
        <p:spPr>
          <a:xfrm>
            <a:off x="-1695900" y="-1524234"/>
            <a:ext cx="3759027" cy="2578835"/>
          </a:xfrm>
          <a:prstGeom prst="rect">
            <a:avLst/>
          </a:prstGeom>
          <a:noFill/>
          <a:ln>
            <a:noFill/>
          </a:ln>
        </p:spPr>
      </p:pic>
    </p:spTree>
    <p:extLst>
      <p:ext uri="{BB962C8B-B14F-4D97-AF65-F5344CB8AC3E}">
        <p14:creationId xmlns:p14="http://schemas.microsoft.com/office/powerpoint/2010/main" val="6778962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4"/>
        <p:cNvGrpSpPr/>
        <p:nvPr/>
      </p:nvGrpSpPr>
      <p:grpSpPr>
        <a:xfrm>
          <a:off x="0" y="0"/>
          <a:ext cx="0" cy="0"/>
          <a:chOff x="0" y="0"/>
          <a:chExt cx="0" cy="0"/>
        </a:xfrm>
      </p:grpSpPr>
      <p:sp>
        <p:nvSpPr>
          <p:cNvPr id="225" name="Google Shape;225;p34"/>
          <p:cNvSpPr/>
          <p:nvPr/>
        </p:nvSpPr>
        <p:spPr>
          <a:xfrm>
            <a:off x="0" y="5814767"/>
            <a:ext cx="12192000" cy="10432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226" name="Google Shape;226;p34"/>
          <p:cNvPicPr preferRelativeResize="0"/>
          <p:nvPr/>
        </p:nvPicPr>
        <p:blipFill rotWithShape="1">
          <a:blip r:embed="rId2">
            <a:alphaModFix/>
          </a:blip>
          <a:srcRect l="25471" t="11989" r="44988" b="10406"/>
          <a:stretch/>
        </p:blipFill>
        <p:spPr>
          <a:xfrm rot="-542067">
            <a:off x="-1392483" y="-253399"/>
            <a:ext cx="4686933" cy="6926601"/>
          </a:xfrm>
          <a:prstGeom prst="rect">
            <a:avLst/>
          </a:prstGeom>
          <a:noFill/>
          <a:ln>
            <a:noFill/>
          </a:ln>
        </p:spPr>
      </p:pic>
      <p:pic>
        <p:nvPicPr>
          <p:cNvPr id="227" name="Google Shape;227;p34"/>
          <p:cNvPicPr preferRelativeResize="0"/>
          <p:nvPr/>
        </p:nvPicPr>
        <p:blipFill rotWithShape="1">
          <a:blip r:embed="rId2">
            <a:alphaModFix/>
          </a:blip>
          <a:srcRect l="25471" t="11989" r="44988" b="10406"/>
          <a:stretch/>
        </p:blipFill>
        <p:spPr>
          <a:xfrm rot="542067" flipH="1">
            <a:off x="8897567" y="-253399"/>
            <a:ext cx="4686933" cy="6926601"/>
          </a:xfrm>
          <a:prstGeom prst="rect">
            <a:avLst/>
          </a:prstGeom>
          <a:noFill/>
          <a:ln>
            <a:noFill/>
          </a:ln>
        </p:spPr>
      </p:pic>
      <p:pic>
        <p:nvPicPr>
          <p:cNvPr id="228" name="Google Shape;228;p34"/>
          <p:cNvPicPr preferRelativeResize="0"/>
          <p:nvPr/>
        </p:nvPicPr>
        <p:blipFill rotWithShape="1">
          <a:blip r:embed="rId3">
            <a:alphaModFix/>
          </a:blip>
          <a:srcRect l="25097" t="9383" r="41069" b="12221"/>
          <a:stretch/>
        </p:blipFill>
        <p:spPr>
          <a:xfrm rot="12" flipH="1">
            <a:off x="8879235" y="2206075"/>
            <a:ext cx="3816000" cy="4973684"/>
          </a:xfrm>
          <a:prstGeom prst="rect">
            <a:avLst/>
          </a:prstGeom>
          <a:noFill/>
          <a:ln>
            <a:noFill/>
          </a:ln>
        </p:spPr>
      </p:pic>
      <p:pic>
        <p:nvPicPr>
          <p:cNvPr id="229" name="Google Shape;229;p34"/>
          <p:cNvPicPr preferRelativeResize="0"/>
          <p:nvPr/>
        </p:nvPicPr>
        <p:blipFill rotWithShape="1">
          <a:blip r:embed="rId4">
            <a:alphaModFix/>
          </a:blip>
          <a:srcRect l="28868" t="19288" r="38344" b="23392"/>
          <a:stretch/>
        </p:blipFill>
        <p:spPr>
          <a:xfrm>
            <a:off x="7956285" y="4963835"/>
            <a:ext cx="1675303" cy="1647468"/>
          </a:xfrm>
          <a:prstGeom prst="rect">
            <a:avLst/>
          </a:prstGeom>
          <a:noFill/>
          <a:ln>
            <a:noFill/>
          </a:ln>
        </p:spPr>
      </p:pic>
      <p:pic>
        <p:nvPicPr>
          <p:cNvPr id="230" name="Google Shape;230;p34"/>
          <p:cNvPicPr preferRelativeResize="0"/>
          <p:nvPr/>
        </p:nvPicPr>
        <p:blipFill rotWithShape="1">
          <a:blip r:embed="rId5">
            <a:alphaModFix/>
          </a:blip>
          <a:srcRect l="32809" t="11201" r="34614" b="41413"/>
          <a:stretch/>
        </p:blipFill>
        <p:spPr>
          <a:xfrm rot="3101338">
            <a:off x="1130283" y="4829267"/>
            <a:ext cx="1845555" cy="1510000"/>
          </a:xfrm>
          <a:prstGeom prst="rect">
            <a:avLst/>
          </a:prstGeom>
          <a:noFill/>
          <a:ln>
            <a:noFill/>
          </a:ln>
        </p:spPr>
      </p:pic>
    </p:spTree>
    <p:extLst>
      <p:ext uri="{BB962C8B-B14F-4D97-AF65-F5344CB8AC3E}">
        <p14:creationId xmlns:p14="http://schemas.microsoft.com/office/powerpoint/2010/main" val="12925434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31"/>
        <p:cNvGrpSpPr/>
        <p:nvPr/>
      </p:nvGrpSpPr>
      <p:grpSpPr>
        <a:xfrm>
          <a:off x="0" y="0"/>
          <a:ext cx="0" cy="0"/>
          <a:chOff x="0" y="0"/>
          <a:chExt cx="0" cy="0"/>
        </a:xfrm>
      </p:grpSpPr>
      <p:grpSp>
        <p:nvGrpSpPr>
          <p:cNvPr id="232" name="Google Shape;232;p35"/>
          <p:cNvGrpSpPr/>
          <p:nvPr/>
        </p:nvGrpSpPr>
        <p:grpSpPr>
          <a:xfrm>
            <a:off x="0" y="4990044"/>
            <a:ext cx="12192000" cy="2844824"/>
            <a:chOff x="0" y="3742533"/>
            <a:chExt cx="9144000" cy="2133618"/>
          </a:xfrm>
        </p:grpSpPr>
        <p:pic>
          <p:nvPicPr>
            <p:cNvPr id="233" name="Google Shape;233;p35"/>
            <p:cNvPicPr preferRelativeResize="0"/>
            <p:nvPr/>
          </p:nvPicPr>
          <p:blipFill rotWithShape="1">
            <a:blip r:embed="rId2">
              <a:alphaModFix amt="69000"/>
            </a:blip>
            <a:srcRect l="9797" t="21487" r="14484" b="47102"/>
            <a:stretch/>
          </p:blipFill>
          <p:spPr>
            <a:xfrm>
              <a:off x="0" y="3742533"/>
              <a:ext cx="9144000" cy="2133618"/>
            </a:xfrm>
            <a:prstGeom prst="rect">
              <a:avLst/>
            </a:prstGeom>
            <a:noFill/>
            <a:ln>
              <a:noFill/>
            </a:ln>
          </p:spPr>
        </p:pic>
        <p:sp>
          <p:nvSpPr>
            <p:cNvPr id="234" name="Google Shape;234;p35"/>
            <p:cNvSpPr/>
            <p:nvPr/>
          </p:nvSpPr>
          <p:spPr>
            <a:xfrm>
              <a:off x="0" y="4361075"/>
              <a:ext cx="9144000" cy="782400"/>
            </a:xfrm>
            <a:prstGeom prst="rect">
              <a:avLst/>
            </a:prstGeom>
            <a:gradFill>
              <a:gsLst>
                <a:gs pos="0">
                  <a:schemeClr val="accen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235" name="Google Shape;235;p35"/>
          <p:cNvPicPr preferRelativeResize="0"/>
          <p:nvPr/>
        </p:nvPicPr>
        <p:blipFill rotWithShape="1">
          <a:blip r:embed="rId3">
            <a:alphaModFix/>
          </a:blip>
          <a:srcRect l="29036" t="8652" r="26236" b="36795"/>
          <a:stretch/>
        </p:blipFill>
        <p:spPr>
          <a:xfrm>
            <a:off x="-1695900" y="-914634"/>
            <a:ext cx="3759027" cy="2578835"/>
          </a:xfrm>
          <a:prstGeom prst="rect">
            <a:avLst/>
          </a:prstGeom>
          <a:noFill/>
          <a:ln>
            <a:noFill/>
          </a:ln>
        </p:spPr>
      </p:pic>
      <p:pic>
        <p:nvPicPr>
          <p:cNvPr id="236" name="Google Shape;236;p35"/>
          <p:cNvPicPr preferRelativeResize="0"/>
          <p:nvPr/>
        </p:nvPicPr>
        <p:blipFill rotWithShape="1">
          <a:blip r:embed="rId3">
            <a:alphaModFix/>
          </a:blip>
          <a:srcRect l="29036" t="8652" r="26236" b="36795"/>
          <a:stretch/>
        </p:blipFill>
        <p:spPr>
          <a:xfrm flipH="1">
            <a:off x="10128867" y="-914634"/>
            <a:ext cx="3759027" cy="2578835"/>
          </a:xfrm>
          <a:prstGeom prst="rect">
            <a:avLst/>
          </a:prstGeom>
          <a:noFill/>
          <a:ln>
            <a:noFill/>
          </a:ln>
        </p:spPr>
      </p:pic>
      <p:pic>
        <p:nvPicPr>
          <p:cNvPr id="237" name="Google Shape;237;p35"/>
          <p:cNvPicPr preferRelativeResize="0"/>
          <p:nvPr/>
        </p:nvPicPr>
        <p:blipFill rotWithShape="1">
          <a:blip r:embed="rId4">
            <a:alphaModFix/>
          </a:blip>
          <a:srcRect l="20614" t="9679" r="39581" b="16202"/>
          <a:stretch/>
        </p:blipFill>
        <p:spPr>
          <a:xfrm rot="-35" flipH="1">
            <a:off x="3535374" y="4744828"/>
            <a:ext cx="1884589" cy="1973837"/>
          </a:xfrm>
          <a:prstGeom prst="rect">
            <a:avLst/>
          </a:prstGeom>
          <a:noFill/>
          <a:ln>
            <a:noFill/>
          </a:ln>
        </p:spPr>
      </p:pic>
      <p:pic>
        <p:nvPicPr>
          <p:cNvPr id="238" name="Google Shape;238;p35"/>
          <p:cNvPicPr preferRelativeResize="0"/>
          <p:nvPr/>
        </p:nvPicPr>
        <p:blipFill rotWithShape="1">
          <a:blip r:embed="rId5">
            <a:alphaModFix/>
          </a:blip>
          <a:srcRect l="25097" t="9383" r="41069" b="12221"/>
          <a:stretch/>
        </p:blipFill>
        <p:spPr>
          <a:xfrm rot="12" flipH="1">
            <a:off x="-1596465" y="1884309"/>
            <a:ext cx="3816000" cy="4973684"/>
          </a:xfrm>
          <a:prstGeom prst="rect">
            <a:avLst/>
          </a:prstGeom>
          <a:noFill/>
          <a:ln>
            <a:noFill/>
          </a:ln>
        </p:spPr>
      </p:pic>
      <p:pic>
        <p:nvPicPr>
          <p:cNvPr id="239" name="Google Shape;239;p35"/>
          <p:cNvPicPr preferRelativeResize="0"/>
          <p:nvPr/>
        </p:nvPicPr>
        <p:blipFill rotWithShape="1">
          <a:blip r:embed="rId5">
            <a:alphaModFix/>
          </a:blip>
          <a:srcRect l="25097" t="9383" r="41069" b="12221"/>
          <a:stretch/>
        </p:blipFill>
        <p:spPr>
          <a:xfrm rot="-1854174" flipH="1">
            <a:off x="573982" y="3250045"/>
            <a:ext cx="3514037" cy="4580116"/>
          </a:xfrm>
          <a:prstGeom prst="rect">
            <a:avLst/>
          </a:prstGeom>
          <a:noFill/>
          <a:ln>
            <a:noFill/>
          </a:ln>
        </p:spPr>
      </p:pic>
      <p:pic>
        <p:nvPicPr>
          <p:cNvPr id="240" name="Google Shape;240;p35"/>
          <p:cNvPicPr preferRelativeResize="0"/>
          <p:nvPr/>
        </p:nvPicPr>
        <p:blipFill rotWithShape="1">
          <a:blip r:embed="rId6">
            <a:alphaModFix/>
          </a:blip>
          <a:srcRect l="30921" r="41424" b="19289"/>
          <a:stretch/>
        </p:blipFill>
        <p:spPr>
          <a:xfrm rot="2861710" flipH="1">
            <a:off x="9322720" y="1830650"/>
            <a:ext cx="3027757" cy="4970612"/>
          </a:xfrm>
          <a:prstGeom prst="rect">
            <a:avLst/>
          </a:prstGeom>
          <a:noFill/>
          <a:ln>
            <a:noFill/>
          </a:ln>
        </p:spPr>
      </p:pic>
    </p:spTree>
    <p:extLst>
      <p:ext uri="{BB962C8B-B14F-4D97-AF65-F5344CB8AC3E}">
        <p14:creationId xmlns:p14="http://schemas.microsoft.com/office/powerpoint/2010/main" val="1593577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2"/>
            </a:gs>
            <a:gs pos="100000">
              <a:schemeClr val="lt1"/>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4767" y="593367"/>
            <a:ext cx="10282400" cy="7636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1pPr>
            <a:lvl2pPr lvl="1">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2pPr>
            <a:lvl3pPr lvl="2">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3pPr>
            <a:lvl4pPr lvl="3">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4pPr>
            <a:lvl5pPr lvl="4">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5pPr>
            <a:lvl6pPr lvl="5">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6pPr>
            <a:lvl7pPr lvl="6">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7pPr>
            <a:lvl8pPr lvl="7">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8pPr>
            <a:lvl9pPr lvl="8">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954767" y="1536633"/>
            <a:ext cx="10282400" cy="4555200"/>
          </a:xfrm>
          <a:prstGeom prst="rect">
            <a:avLst/>
          </a:prstGeom>
          <a:noFill/>
          <a:ln>
            <a:noFill/>
          </a:ln>
        </p:spPr>
        <p:txBody>
          <a:bodyPr spcFirstLastPara="1" wrap="square" lIns="91425" tIns="91425" rIns="91425" bIns="91425" anchor="t" anchorCtr="0">
            <a:noAutofit/>
          </a:bodyPr>
          <a:lstStyle>
            <a:lvl1pPr marL="457200" lvl="0"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1pPr>
            <a:lvl2pPr marL="914400" lvl="1"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2pPr>
            <a:lvl3pPr marL="1371600" lvl="2"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3pPr>
            <a:lvl4pPr marL="1828800" lvl="3"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4pPr>
            <a:lvl5pPr marL="2286000" lvl="4"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5pPr>
            <a:lvl6pPr marL="2743200" lvl="5"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6pPr>
            <a:lvl7pPr marL="3200400" lvl="6"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7pPr>
            <a:lvl8pPr marL="3657600" lvl="7"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8pPr>
            <a:lvl9pPr marL="4114800" lvl="8"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9pPr>
          </a:lstStyle>
          <a:p>
            <a:endParaRPr/>
          </a:p>
        </p:txBody>
      </p:sp>
    </p:spTree>
    <p:extLst>
      <p:ext uri="{BB962C8B-B14F-4D97-AF65-F5344CB8AC3E}">
        <p14:creationId xmlns:p14="http://schemas.microsoft.com/office/powerpoint/2010/main" val="464237874"/>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chemeClr val="lt2"/>
            </a:gs>
            <a:gs pos="100000">
              <a:schemeClr val="lt1"/>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4767" y="593367"/>
            <a:ext cx="10282400" cy="7636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1pPr>
            <a:lvl2pPr lvl="1">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2pPr>
            <a:lvl3pPr lvl="2">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3pPr>
            <a:lvl4pPr lvl="3">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4pPr>
            <a:lvl5pPr lvl="4">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5pPr>
            <a:lvl6pPr lvl="5">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6pPr>
            <a:lvl7pPr lvl="6">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7pPr>
            <a:lvl8pPr lvl="7">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8pPr>
            <a:lvl9pPr lvl="8">
              <a:lnSpc>
                <a:spcPct val="100000"/>
              </a:lnSpc>
              <a:spcBef>
                <a:spcPts val="0"/>
              </a:spcBef>
              <a:spcAft>
                <a:spcPts val="0"/>
              </a:spcAft>
              <a:buClr>
                <a:schemeClr val="dk1"/>
              </a:buClr>
              <a:buSzPts val="3600"/>
              <a:buFont typeface="Oswald"/>
              <a:buNone/>
              <a:defRPr sz="36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954767" y="1536633"/>
            <a:ext cx="10282400" cy="4555200"/>
          </a:xfrm>
          <a:prstGeom prst="rect">
            <a:avLst/>
          </a:prstGeom>
          <a:noFill/>
          <a:ln>
            <a:noFill/>
          </a:ln>
        </p:spPr>
        <p:txBody>
          <a:bodyPr spcFirstLastPara="1" wrap="square" lIns="91425" tIns="91425" rIns="91425" bIns="91425" anchor="t" anchorCtr="0">
            <a:noAutofit/>
          </a:bodyPr>
          <a:lstStyle>
            <a:lvl1pPr marL="457200" lvl="0"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1pPr>
            <a:lvl2pPr marL="914400" lvl="1"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2pPr>
            <a:lvl3pPr marL="1371600" lvl="2"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3pPr>
            <a:lvl4pPr marL="1828800" lvl="3"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4pPr>
            <a:lvl5pPr marL="2286000" lvl="4"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5pPr>
            <a:lvl6pPr marL="2743200" lvl="5"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6pPr>
            <a:lvl7pPr marL="3200400" lvl="6"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7pPr>
            <a:lvl8pPr marL="3657600" lvl="7"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8pPr>
            <a:lvl9pPr marL="4114800" lvl="8" indent="-323850">
              <a:lnSpc>
                <a:spcPct val="100000"/>
              </a:lnSpc>
              <a:spcBef>
                <a:spcPts val="0"/>
              </a:spcBef>
              <a:spcAft>
                <a:spcPts val="0"/>
              </a:spcAft>
              <a:buClr>
                <a:schemeClr val="dk1"/>
              </a:buClr>
              <a:buSzPts val="1500"/>
              <a:buFont typeface="Actor"/>
              <a:buChar char="■"/>
              <a:defRPr sz="1500">
                <a:solidFill>
                  <a:schemeClr val="dk1"/>
                </a:solidFill>
                <a:latin typeface="Actor"/>
                <a:ea typeface="Actor"/>
                <a:cs typeface="Actor"/>
                <a:sym typeface="Actor"/>
              </a:defRPr>
            </a:lvl9pPr>
          </a:lstStyle>
          <a:p>
            <a:endParaRPr/>
          </a:p>
        </p:txBody>
      </p:sp>
    </p:spTree>
    <p:extLst>
      <p:ext uri="{BB962C8B-B14F-4D97-AF65-F5344CB8AC3E}">
        <p14:creationId xmlns:p14="http://schemas.microsoft.com/office/powerpoint/2010/main" val="1862149588"/>
      </p:ext>
    </p:extLst>
  </p:cSld>
  <p:clrMap bg1="lt1" tx1="dk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071616" y="960120"/>
            <a:ext cx="5221224" cy="3056343"/>
          </a:xfrm>
        </p:spPr>
        <p:txBody>
          <a:bodyPr/>
          <a:lstStyle/>
          <a:p>
            <a:r>
              <a:rPr lang="en-US" dirty="0"/>
              <a:t>English III</a:t>
            </a:r>
            <a:br>
              <a:rPr lang="en-US" dirty="0"/>
            </a:br>
            <a:r>
              <a:rPr lang="en-US" dirty="0"/>
              <a:t>Week 16</a:t>
            </a: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t>Today’s Class</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598715" y="1687286"/>
            <a:ext cx="8591006" cy="3878362"/>
          </a:xfrm>
        </p:spPr>
        <p:txBody>
          <a:bodyPr>
            <a:normAutofit fontScale="70000" lnSpcReduction="20000"/>
          </a:bodyPr>
          <a:lstStyle/>
          <a:p>
            <a:pPr>
              <a:lnSpc>
                <a:spcPct val="200000"/>
              </a:lnSpc>
            </a:pPr>
            <a:r>
              <a:rPr lang="en-US" sz="3200" b="1" dirty="0"/>
              <a:t>Warm-Up</a:t>
            </a:r>
          </a:p>
          <a:p>
            <a:pPr>
              <a:lnSpc>
                <a:spcPct val="200000"/>
              </a:lnSpc>
            </a:pPr>
            <a:r>
              <a:rPr lang="en-US" sz="3200" b="1" dirty="0"/>
              <a:t>Practice Test – Reading</a:t>
            </a:r>
          </a:p>
          <a:p>
            <a:pPr>
              <a:lnSpc>
                <a:spcPct val="200000"/>
              </a:lnSpc>
            </a:pPr>
            <a:r>
              <a:rPr lang="en-US" sz="3200" b="1" dirty="0"/>
              <a:t>Essay feedback</a:t>
            </a:r>
          </a:p>
          <a:p>
            <a:pPr>
              <a:lnSpc>
                <a:spcPct val="200000"/>
              </a:lnSpc>
            </a:pPr>
            <a:r>
              <a:rPr lang="en-US" sz="3200" b="1" dirty="0"/>
              <a:t>BREAK</a:t>
            </a:r>
          </a:p>
          <a:p>
            <a:pPr>
              <a:lnSpc>
                <a:spcPct val="200000"/>
              </a:lnSpc>
            </a:pPr>
            <a:r>
              <a:rPr lang="en-US" sz="3200" b="1" dirty="0"/>
              <a:t>Listening: TED Talk – The Science of Motivation</a:t>
            </a:r>
          </a:p>
          <a:p>
            <a:endParaRPr lang="en-US" dirty="0"/>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06D347-237B-28E7-74FE-193BF3A7658B}"/>
              </a:ext>
            </a:extLst>
          </p:cNvPr>
          <p:cNvPicPr>
            <a:picLocks noChangeAspect="1"/>
          </p:cNvPicPr>
          <p:nvPr/>
        </p:nvPicPr>
        <p:blipFill>
          <a:blip r:embed="rId2"/>
          <a:stretch>
            <a:fillRect/>
          </a:stretch>
        </p:blipFill>
        <p:spPr>
          <a:xfrm>
            <a:off x="2271032" y="361950"/>
            <a:ext cx="4514850" cy="6134100"/>
          </a:xfrm>
          <a:prstGeom prst="rect">
            <a:avLst/>
          </a:prstGeom>
        </p:spPr>
      </p:pic>
      <p:sp>
        <p:nvSpPr>
          <p:cNvPr id="3" name="Flowchart: Sequential Access Storage 2">
            <a:extLst>
              <a:ext uri="{FF2B5EF4-FFF2-40B4-BE49-F238E27FC236}">
                <a16:creationId xmlns:a16="http://schemas.microsoft.com/office/drawing/2014/main" id="{A0B6EDF0-A53E-72E1-67BB-35FFDA6B9049}"/>
              </a:ext>
            </a:extLst>
          </p:cNvPr>
          <p:cNvSpPr/>
          <p:nvPr/>
        </p:nvSpPr>
        <p:spPr>
          <a:xfrm>
            <a:off x="7130143" y="1447800"/>
            <a:ext cx="4016829" cy="3690257"/>
          </a:xfrm>
          <a:prstGeom prst="flowChartMagnetic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was your weekend?</a:t>
            </a:r>
          </a:p>
          <a:p>
            <a:pPr algn="ctr"/>
            <a:endParaRPr lang="en-US" dirty="0"/>
          </a:p>
          <a:p>
            <a:pPr algn="ctr"/>
            <a:r>
              <a:rPr lang="en-US" dirty="0"/>
              <a:t>5 minutes!</a:t>
            </a:r>
          </a:p>
        </p:txBody>
      </p:sp>
    </p:spTree>
    <p:extLst>
      <p:ext uri="{BB962C8B-B14F-4D97-AF65-F5344CB8AC3E}">
        <p14:creationId xmlns:p14="http://schemas.microsoft.com/office/powerpoint/2010/main" val="259860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44"/>
          <p:cNvPicPr preferRelativeResize="0"/>
          <p:nvPr/>
        </p:nvPicPr>
        <p:blipFill rotWithShape="1">
          <a:blip r:embed="rId3">
            <a:alphaModFix/>
          </a:blip>
          <a:srcRect l="25471" t="11989" r="44988" b="10406"/>
          <a:stretch/>
        </p:blipFill>
        <p:spPr>
          <a:xfrm>
            <a:off x="-1977650" y="130101"/>
            <a:ext cx="4686931" cy="6926601"/>
          </a:xfrm>
          <a:prstGeom prst="rect">
            <a:avLst/>
          </a:prstGeom>
          <a:noFill/>
          <a:ln>
            <a:noFill/>
          </a:ln>
        </p:spPr>
      </p:pic>
      <p:sp>
        <p:nvSpPr>
          <p:cNvPr id="334" name="Google Shape;334;p44"/>
          <p:cNvSpPr/>
          <p:nvPr/>
        </p:nvSpPr>
        <p:spPr>
          <a:xfrm>
            <a:off x="3907200" y="870200"/>
            <a:ext cx="1509600" cy="1510000"/>
          </a:xfrm>
          <a:prstGeom prst="ellipse">
            <a:avLst/>
          </a:pr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5" name="Google Shape;335;p44"/>
          <p:cNvSpPr txBox="1">
            <a:spLocks noGrp="1"/>
          </p:cNvSpPr>
          <p:nvPr>
            <p:ph type="title"/>
          </p:nvPr>
        </p:nvSpPr>
        <p:spPr>
          <a:xfrm>
            <a:off x="3399200" y="1528700"/>
            <a:ext cx="5393600" cy="1201600"/>
          </a:xfrm>
          <a:prstGeom prst="rect">
            <a:avLst/>
          </a:prstGeom>
        </p:spPr>
        <p:txBody>
          <a:bodyPr spcFirstLastPara="1" wrap="square" lIns="121900" tIns="121900" rIns="121900" bIns="121900" anchor="b" anchorCtr="0">
            <a:noAutofit/>
          </a:bodyPr>
          <a:lstStyle/>
          <a:p>
            <a:r>
              <a:rPr lang="en"/>
              <a:t>INTRODUCTION</a:t>
            </a:r>
            <a:endParaRPr/>
          </a:p>
        </p:txBody>
      </p:sp>
      <p:sp>
        <p:nvSpPr>
          <p:cNvPr id="336" name="Google Shape;336;p44"/>
          <p:cNvSpPr txBox="1">
            <a:spLocks noGrp="1"/>
          </p:cNvSpPr>
          <p:nvPr>
            <p:ph type="subTitle" idx="1"/>
          </p:nvPr>
        </p:nvSpPr>
        <p:spPr>
          <a:xfrm>
            <a:off x="2807200" y="2666467"/>
            <a:ext cx="6577600" cy="1646800"/>
          </a:xfrm>
          <a:prstGeom prst="rect">
            <a:avLst/>
          </a:prstGeom>
        </p:spPr>
        <p:txBody>
          <a:bodyPr spcFirstLastPara="1" wrap="square" lIns="121900" tIns="121900" rIns="121900" bIns="121900" anchor="t" anchorCtr="0">
            <a:noAutofit/>
          </a:bodyPr>
          <a:lstStyle/>
          <a:p>
            <a:pPr marL="0" indent="0">
              <a:buClr>
                <a:srgbClr val="4C2A19"/>
              </a:buClr>
              <a:buSzPts val="1100"/>
            </a:pPr>
            <a:r>
              <a:rPr lang="en"/>
              <a:t>You can give a brief description of the topic you want to talk about here. For example, if you want to talk about Mercury, you can say that it’s the smallest planet in the entire Solar System</a:t>
            </a:r>
            <a:endParaRPr/>
          </a:p>
        </p:txBody>
      </p:sp>
      <p:grpSp>
        <p:nvGrpSpPr>
          <p:cNvPr id="337" name="Google Shape;337;p44"/>
          <p:cNvGrpSpPr/>
          <p:nvPr/>
        </p:nvGrpSpPr>
        <p:grpSpPr>
          <a:xfrm>
            <a:off x="0" y="4599534"/>
            <a:ext cx="12192000" cy="2365733"/>
            <a:chOff x="0" y="3449650"/>
            <a:chExt cx="9144000" cy="1774300"/>
          </a:xfrm>
        </p:grpSpPr>
        <p:pic>
          <p:nvPicPr>
            <p:cNvPr id="338" name="Google Shape;338;p44"/>
            <p:cNvPicPr preferRelativeResize="0"/>
            <p:nvPr/>
          </p:nvPicPr>
          <p:blipFill rotWithShape="1">
            <a:blip r:embed="rId4">
              <a:alphaModFix amt="69000"/>
            </a:blip>
            <a:srcRect l="9796" t="21487" r="35775" b="59736"/>
            <a:stretch/>
          </p:blipFill>
          <p:spPr>
            <a:xfrm>
              <a:off x="0" y="3449650"/>
              <a:ext cx="9144000" cy="1774300"/>
            </a:xfrm>
            <a:prstGeom prst="rect">
              <a:avLst/>
            </a:prstGeom>
            <a:noFill/>
            <a:ln>
              <a:noFill/>
            </a:ln>
          </p:spPr>
        </p:pic>
        <p:sp>
          <p:nvSpPr>
            <p:cNvPr id="339" name="Google Shape;339;p44"/>
            <p:cNvSpPr/>
            <p:nvPr/>
          </p:nvSpPr>
          <p:spPr>
            <a:xfrm>
              <a:off x="0" y="4208675"/>
              <a:ext cx="9144000" cy="9348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40" name="Google Shape;340;p44"/>
          <p:cNvGrpSpPr/>
          <p:nvPr/>
        </p:nvGrpSpPr>
        <p:grpSpPr>
          <a:xfrm>
            <a:off x="509391" y="2886080"/>
            <a:ext cx="1669088" cy="2462051"/>
            <a:chOff x="7049400" y="2514774"/>
            <a:chExt cx="1782960" cy="2630021"/>
          </a:xfrm>
        </p:grpSpPr>
        <p:sp>
          <p:nvSpPr>
            <p:cNvPr id="341" name="Google Shape;341;p44"/>
            <p:cNvSpPr/>
            <p:nvPr/>
          </p:nvSpPr>
          <p:spPr>
            <a:xfrm>
              <a:off x="7845219" y="3125116"/>
              <a:ext cx="492334" cy="1461682"/>
            </a:xfrm>
            <a:custGeom>
              <a:avLst/>
              <a:gdLst/>
              <a:ahLst/>
              <a:cxnLst/>
              <a:rect l="l" t="t" r="r" b="b"/>
              <a:pathLst>
                <a:path w="9288" h="27575" extrusionOk="0">
                  <a:moveTo>
                    <a:pt x="1" y="0"/>
                  </a:moveTo>
                  <a:cubicBezTo>
                    <a:pt x="1" y="0"/>
                    <a:pt x="5073" y="6465"/>
                    <a:pt x="6645" y="11275"/>
                  </a:cubicBezTo>
                  <a:cubicBezTo>
                    <a:pt x="9288" y="25670"/>
                    <a:pt x="7895" y="27575"/>
                    <a:pt x="3763" y="27349"/>
                  </a:cubicBezTo>
                  <a:cubicBezTo>
                    <a:pt x="3763" y="27349"/>
                    <a:pt x="7145" y="15157"/>
                    <a:pt x="1" y="0"/>
                  </a:cubicBez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2" name="Google Shape;342;p44"/>
            <p:cNvSpPr/>
            <p:nvPr/>
          </p:nvSpPr>
          <p:spPr>
            <a:xfrm>
              <a:off x="7189502" y="2514774"/>
              <a:ext cx="693020" cy="1995202"/>
            </a:xfrm>
            <a:custGeom>
              <a:avLst/>
              <a:gdLst/>
              <a:ahLst/>
              <a:cxnLst/>
              <a:rect l="l" t="t" r="r" b="b"/>
              <a:pathLst>
                <a:path w="13074" h="37640" extrusionOk="0">
                  <a:moveTo>
                    <a:pt x="13073" y="1"/>
                  </a:moveTo>
                  <a:lnTo>
                    <a:pt x="13073" y="1"/>
                  </a:lnTo>
                  <a:cubicBezTo>
                    <a:pt x="7894" y="13205"/>
                    <a:pt x="2774" y="25325"/>
                    <a:pt x="0" y="36934"/>
                  </a:cubicBezTo>
                  <a:cubicBezTo>
                    <a:pt x="1869" y="37395"/>
                    <a:pt x="3839" y="37640"/>
                    <a:pt x="5929" y="37640"/>
                  </a:cubicBezTo>
                  <a:cubicBezTo>
                    <a:pt x="7940" y="37640"/>
                    <a:pt x="10063" y="37413"/>
                    <a:pt x="12311" y="36934"/>
                  </a:cubicBezTo>
                  <a:lnTo>
                    <a:pt x="13073"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3" name="Google Shape;343;p44"/>
            <p:cNvSpPr/>
            <p:nvPr/>
          </p:nvSpPr>
          <p:spPr>
            <a:xfrm>
              <a:off x="7839547" y="2675073"/>
              <a:ext cx="39809" cy="2234213"/>
            </a:xfrm>
            <a:custGeom>
              <a:avLst/>
              <a:gdLst/>
              <a:ahLst/>
              <a:cxnLst/>
              <a:rect l="l" t="t" r="r" b="b"/>
              <a:pathLst>
                <a:path w="751" h="42149" extrusionOk="0">
                  <a:moveTo>
                    <a:pt x="1" y="1"/>
                  </a:moveTo>
                  <a:lnTo>
                    <a:pt x="1" y="42149"/>
                  </a:lnTo>
                  <a:lnTo>
                    <a:pt x="751" y="42149"/>
                  </a:lnTo>
                  <a:lnTo>
                    <a:pt x="75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4" name="Google Shape;344;p44"/>
            <p:cNvSpPr/>
            <p:nvPr/>
          </p:nvSpPr>
          <p:spPr>
            <a:xfrm>
              <a:off x="7555527" y="3722789"/>
              <a:ext cx="876691" cy="1137806"/>
            </a:xfrm>
            <a:custGeom>
              <a:avLst/>
              <a:gdLst/>
              <a:ahLst/>
              <a:cxnLst/>
              <a:rect l="l" t="t" r="r" b="b"/>
              <a:pathLst>
                <a:path w="16539" h="21465" extrusionOk="0">
                  <a:moveTo>
                    <a:pt x="12110" y="0"/>
                  </a:moveTo>
                  <a:lnTo>
                    <a:pt x="12110" y="0"/>
                  </a:lnTo>
                  <a:cubicBezTo>
                    <a:pt x="13788" y="16074"/>
                    <a:pt x="1" y="18634"/>
                    <a:pt x="1" y="18634"/>
                  </a:cubicBezTo>
                  <a:cubicBezTo>
                    <a:pt x="3073" y="20025"/>
                    <a:pt x="8819" y="21464"/>
                    <a:pt x="13512" y="21464"/>
                  </a:cubicBezTo>
                  <a:cubicBezTo>
                    <a:pt x="14040" y="21464"/>
                    <a:pt x="14555" y="21446"/>
                    <a:pt x="15050" y="21408"/>
                  </a:cubicBezTo>
                  <a:cubicBezTo>
                    <a:pt x="16539" y="9728"/>
                    <a:pt x="12110" y="1"/>
                    <a:pt x="12110"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5" name="Google Shape;345;p44"/>
            <p:cNvSpPr/>
            <p:nvPr/>
          </p:nvSpPr>
          <p:spPr>
            <a:xfrm>
              <a:off x="7405989" y="4867035"/>
              <a:ext cx="716979" cy="118048"/>
            </a:xfrm>
            <a:custGeom>
              <a:avLst/>
              <a:gdLst/>
              <a:ahLst/>
              <a:cxnLst/>
              <a:rect l="l" t="t" r="r" b="b"/>
              <a:pathLst>
                <a:path w="13526" h="2227" extrusionOk="0">
                  <a:moveTo>
                    <a:pt x="0" y="2227"/>
                  </a:moveTo>
                  <a:lnTo>
                    <a:pt x="13526" y="1929"/>
                  </a:lnTo>
                  <a:cubicBezTo>
                    <a:pt x="13526" y="1929"/>
                    <a:pt x="9668" y="0"/>
                    <a:pt x="7037" y="0"/>
                  </a:cubicBezTo>
                  <a:lnTo>
                    <a:pt x="1905" y="0"/>
                  </a:lnTo>
                  <a:cubicBezTo>
                    <a:pt x="1488" y="0"/>
                    <a:pt x="1095" y="215"/>
                    <a:pt x="893" y="596"/>
                  </a:cubicBez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6" name="Google Shape;346;p44"/>
            <p:cNvSpPr/>
            <p:nvPr/>
          </p:nvSpPr>
          <p:spPr>
            <a:xfrm>
              <a:off x="7563743" y="4903611"/>
              <a:ext cx="489153" cy="95997"/>
            </a:xfrm>
            <a:custGeom>
              <a:avLst/>
              <a:gdLst/>
              <a:ahLst/>
              <a:cxnLst/>
              <a:rect l="l" t="t" r="r" b="b"/>
              <a:pathLst>
                <a:path w="9228" h="1811" extrusionOk="0">
                  <a:moveTo>
                    <a:pt x="9228" y="1811"/>
                  </a:moveTo>
                  <a:lnTo>
                    <a:pt x="1" y="1811"/>
                  </a:lnTo>
                  <a:lnTo>
                    <a:pt x="608" y="453"/>
                  </a:lnTo>
                  <a:cubicBezTo>
                    <a:pt x="727" y="179"/>
                    <a:pt x="989" y="1"/>
                    <a:pt x="1275" y="1"/>
                  </a:cubicBezTo>
                  <a:lnTo>
                    <a:pt x="4358" y="1"/>
                  </a:lnTo>
                  <a:cubicBezTo>
                    <a:pt x="4870" y="1"/>
                    <a:pt x="5358" y="84"/>
                    <a:pt x="5835" y="215"/>
                  </a:cubicBezTo>
                  <a:cubicBezTo>
                    <a:pt x="7073" y="572"/>
                    <a:pt x="8168" y="1156"/>
                    <a:pt x="9228" y="1811"/>
                  </a:cubicBezTo>
                  <a:close/>
                </a:path>
              </a:pathLst>
            </a:custGeom>
            <a:solidFill>
              <a:srgbClr val="0B7F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 name="Google Shape;347;p44"/>
            <p:cNvSpPr/>
            <p:nvPr/>
          </p:nvSpPr>
          <p:spPr>
            <a:xfrm>
              <a:off x="7049400" y="4925715"/>
              <a:ext cx="1782960" cy="219080"/>
            </a:xfrm>
            <a:custGeom>
              <a:avLst/>
              <a:gdLst/>
              <a:ahLst/>
              <a:cxnLst/>
              <a:rect l="l" t="t" r="r" b="b"/>
              <a:pathLst>
                <a:path w="33636" h="4133" extrusionOk="0">
                  <a:moveTo>
                    <a:pt x="0" y="4108"/>
                  </a:moveTo>
                  <a:lnTo>
                    <a:pt x="0" y="4108"/>
                  </a:lnTo>
                  <a:cubicBezTo>
                    <a:pt x="703" y="3668"/>
                    <a:pt x="1084" y="1048"/>
                    <a:pt x="5167" y="870"/>
                  </a:cubicBezTo>
                  <a:cubicBezTo>
                    <a:pt x="15550" y="405"/>
                    <a:pt x="33635" y="1"/>
                    <a:pt x="33635" y="1"/>
                  </a:cubicBezTo>
                  <a:cubicBezTo>
                    <a:pt x="33635" y="1"/>
                    <a:pt x="31623" y="2668"/>
                    <a:pt x="29158" y="4132"/>
                  </a:cubicBezTo>
                  <a:lnTo>
                    <a:pt x="0" y="4132"/>
                  </a:ln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348" name="Google Shape;348;p44"/>
          <p:cNvPicPr preferRelativeResize="0"/>
          <p:nvPr/>
        </p:nvPicPr>
        <p:blipFill rotWithShape="1">
          <a:blip r:embed="rId5">
            <a:alphaModFix/>
          </a:blip>
          <a:srcRect l="20614" t="9679" r="39581" b="16202"/>
          <a:stretch/>
        </p:blipFill>
        <p:spPr>
          <a:xfrm flipH="1">
            <a:off x="9123900" y="4405367"/>
            <a:ext cx="2011936" cy="2107235"/>
          </a:xfrm>
          <a:prstGeom prst="rect">
            <a:avLst/>
          </a:prstGeom>
          <a:noFill/>
          <a:ln>
            <a:noFill/>
          </a:ln>
        </p:spPr>
      </p:pic>
      <p:sp>
        <p:nvSpPr>
          <p:cNvPr id="2" name="Rectangle 1">
            <a:extLst>
              <a:ext uri="{FF2B5EF4-FFF2-40B4-BE49-F238E27FC236}">
                <a16:creationId xmlns:a16="http://schemas.microsoft.com/office/drawing/2014/main" id="{E4517D46-F168-EF35-92FF-5F1BF19B7068}"/>
              </a:ext>
            </a:extLst>
          </p:cNvPr>
          <p:cNvSpPr/>
          <p:nvPr/>
        </p:nvSpPr>
        <p:spPr>
          <a:xfrm>
            <a:off x="843206" y="661482"/>
            <a:ext cx="10708249" cy="48427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US" sz="3733" kern="0" dirty="0">
                <a:solidFill>
                  <a:srgbClr val="FFFFFF"/>
                </a:solidFill>
                <a:latin typeface="Arial"/>
                <a:sym typeface="Arial"/>
              </a:rPr>
              <a:t>ARGUMENTATIVE ESSAY FINAL DRAFT</a:t>
            </a:r>
          </a:p>
          <a:p>
            <a:pPr algn="ctr" defTabSz="1219170">
              <a:buClr>
                <a:srgbClr val="000000"/>
              </a:buClr>
            </a:pPr>
            <a:r>
              <a:rPr lang="en-US" sz="3733" kern="0" dirty="0">
                <a:solidFill>
                  <a:srgbClr val="FFFFFF"/>
                </a:solidFill>
                <a:latin typeface="Arial"/>
                <a:sym typeface="Arial"/>
              </a:rPr>
              <a:t>And REFLECTION </a:t>
            </a:r>
          </a:p>
          <a:p>
            <a:pPr algn="ctr" defTabSz="1219170">
              <a:buClr>
                <a:srgbClr val="000000"/>
              </a:buClr>
            </a:pPr>
            <a:r>
              <a:rPr lang="en-US" sz="3200" kern="0" dirty="0">
                <a:solidFill>
                  <a:srgbClr val="FF0000"/>
                </a:solidFill>
                <a:highlight>
                  <a:srgbClr val="FFFF00"/>
                </a:highlight>
                <a:latin typeface="Arial"/>
                <a:sym typeface="Arial"/>
              </a:rPr>
              <a:t>Due: By Monday, December 29</a:t>
            </a:r>
            <a:r>
              <a:rPr lang="en-US" sz="3200" kern="0" baseline="30000" dirty="0">
                <a:solidFill>
                  <a:srgbClr val="FF0000"/>
                </a:solidFill>
                <a:highlight>
                  <a:srgbClr val="FFFF00"/>
                </a:highlight>
                <a:latin typeface="Arial"/>
                <a:sym typeface="Arial"/>
              </a:rPr>
              <a:t>th</a:t>
            </a:r>
            <a:r>
              <a:rPr lang="en-US" sz="3200" kern="0" dirty="0">
                <a:solidFill>
                  <a:srgbClr val="FF0000"/>
                </a:solidFill>
                <a:highlight>
                  <a:srgbClr val="FFFF00"/>
                </a:highlight>
                <a:latin typeface="Arial"/>
                <a:sym typeface="Arial"/>
              </a:rPr>
              <a:t> 2025 by 23:59</a:t>
            </a:r>
          </a:p>
          <a:p>
            <a:pPr algn="ctr" defTabSz="1219170">
              <a:buClr>
                <a:srgbClr val="000000"/>
              </a:buClr>
            </a:pPr>
            <a:endParaRPr lang="en-US" sz="3200" kern="0" dirty="0">
              <a:solidFill>
                <a:srgbClr val="FF0000"/>
              </a:solidFill>
              <a:highlight>
                <a:srgbClr val="FFFF00"/>
              </a:highlight>
              <a:latin typeface="Arial"/>
              <a:sym typeface="Arial"/>
            </a:endParaRPr>
          </a:p>
          <a:p>
            <a:pPr algn="ctr" defTabSz="1219170">
              <a:buClr>
                <a:srgbClr val="000000"/>
              </a:buClr>
            </a:pPr>
            <a:r>
              <a:rPr lang="en-US" sz="3200" kern="0" dirty="0">
                <a:solidFill>
                  <a:srgbClr val="FF0000"/>
                </a:solidFill>
                <a:highlight>
                  <a:srgbClr val="FFFF00"/>
                </a:highlight>
                <a:latin typeface="Arial"/>
                <a:sym typeface="Arial"/>
              </a:rPr>
              <a:t>Turn in on Blackboard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6A5CB-5A2F-4C92-9DA1-72F60A7938FB}"/>
              </a:ext>
            </a:extLst>
          </p:cNvPr>
          <p:cNvSpPr>
            <a:spLocks noGrp="1"/>
          </p:cNvSpPr>
          <p:nvPr>
            <p:ph type="title"/>
          </p:nvPr>
        </p:nvSpPr>
        <p:spPr/>
        <p:txBody>
          <a:bodyPr/>
          <a:lstStyle/>
          <a:p>
            <a:r>
              <a:rPr lang="en-US" dirty="0"/>
              <a:t>Dos and Don not’s</a:t>
            </a:r>
          </a:p>
        </p:txBody>
      </p:sp>
      <p:sp>
        <p:nvSpPr>
          <p:cNvPr id="3" name="Subtitle 2">
            <a:extLst>
              <a:ext uri="{FF2B5EF4-FFF2-40B4-BE49-F238E27FC236}">
                <a16:creationId xmlns:a16="http://schemas.microsoft.com/office/drawing/2014/main" id="{388DFBCF-C5E4-5752-BDED-8417A673CA41}"/>
              </a:ext>
            </a:extLst>
          </p:cNvPr>
          <p:cNvSpPr>
            <a:spLocks noGrp="1"/>
          </p:cNvSpPr>
          <p:nvPr>
            <p:ph type="subTitle" idx="1"/>
          </p:nvPr>
        </p:nvSpPr>
        <p:spPr/>
        <p:txBody>
          <a:bodyPr/>
          <a:lstStyle/>
          <a:p>
            <a:endParaRPr lang="en-US"/>
          </a:p>
        </p:txBody>
      </p:sp>
      <p:sp>
        <p:nvSpPr>
          <p:cNvPr id="4" name="Subtitle 3">
            <a:extLst>
              <a:ext uri="{FF2B5EF4-FFF2-40B4-BE49-F238E27FC236}">
                <a16:creationId xmlns:a16="http://schemas.microsoft.com/office/drawing/2014/main" id="{F6EE106E-48A7-0575-1D03-3CBCF8F2D15A}"/>
              </a:ext>
            </a:extLst>
          </p:cNvPr>
          <p:cNvSpPr>
            <a:spLocks noGrp="1"/>
          </p:cNvSpPr>
          <p:nvPr>
            <p:ph type="subTitle" idx="2"/>
          </p:nvPr>
        </p:nvSpPr>
        <p:spPr/>
        <p:txBody>
          <a:bodyPr/>
          <a:lstStyle/>
          <a:p>
            <a:endParaRPr lang="en-US"/>
          </a:p>
        </p:txBody>
      </p:sp>
      <p:sp>
        <p:nvSpPr>
          <p:cNvPr id="5" name="Rectangle 4">
            <a:extLst>
              <a:ext uri="{FF2B5EF4-FFF2-40B4-BE49-F238E27FC236}">
                <a16:creationId xmlns:a16="http://schemas.microsoft.com/office/drawing/2014/main" id="{1828B008-DF14-1EC4-0900-F12DB6D85A22}"/>
              </a:ext>
            </a:extLst>
          </p:cNvPr>
          <p:cNvSpPr/>
          <p:nvPr/>
        </p:nvSpPr>
        <p:spPr>
          <a:xfrm>
            <a:off x="429467" y="1356967"/>
            <a:ext cx="5666533" cy="5331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189" indent="-457189" defTabSz="1219170">
              <a:buClr>
                <a:srgbClr val="000000"/>
              </a:buClr>
              <a:buFont typeface="Arial"/>
              <a:buAutoNum type="arabicPeriod"/>
            </a:pPr>
            <a:r>
              <a:rPr lang="en-US" sz="2667" kern="0" dirty="0">
                <a:solidFill>
                  <a:srgbClr val="FFFFFF"/>
                </a:solidFill>
                <a:latin typeface="Arial"/>
                <a:sym typeface="Arial"/>
              </a:rPr>
              <a:t>Type your essay (size 12 Times New Roman Font, double-spaced)</a:t>
            </a:r>
          </a:p>
          <a:p>
            <a:pPr marL="457189" indent="-457189" defTabSz="1219170">
              <a:buClr>
                <a:srgbClr val="000000"/>
              </a:buClr>
              <a:buFont typeface="Arial"/>
              <a:buAutoNum type="arabicPeriod"/>
            </a:pPr>
            <a:r>
              <a:rPr lang="en-US" sz="2667" kern="0" dirty="0">
                <a:solidFill>
                  <a:srgbClr val="FFFFFF"/>
                </a:solidFill>
                <a:latin typeface="Arial"/>
                <a:sym typeface="Arial"/>
              </a:rPr>
              <a:t>Use AI and online tools to help you: correct grammar and punctuation mistakes, choose vocabulary, cite sources </a:t>
            </a:r>
          </a:p>
          <a:p>
            <a:pPr marL="457189" indent="-457189" defTabSz="1219170">
              <a:buClr>
                <a:srgbClr val="000000"/>
              </a:buClr>
              <a:buFont typeface="Arial"/>
              <a:buAutoNum type="arabicPeriod"/>
            </a:pPr>
            <a:r>
              <a:rPr lang="en-US" sz="2667" kern="0" dirty="0">
                <a:solidFill>
                  <a:srgbClr val="FFFFFF"/>
                </a:solidFill>
                <a:latin typeface="Arial"/>
                <a:sym typeface="Arial"/>
              </a:rPr>
              <a:t>Add a few facts/statistics for support and to expand your arguments</a:t>
            </a:r>
          </a:p>
          <a:p>
            <a:pPr marL="457189" indent="-457189" defTabSz="1219170">
              <a:buClr>
                <a:srgbClr val="000000"/>
              </a:buClr>
              <a:buFont typeface="Arial"/>
              <a:buAutoNum type="arabicPeriod"/>
            </a:pPr>
            <a:r>
              <a:rPr lang="en-US" sz="2667" kern="0" dirty="0">
                <a:solidFill>
                  <a:srgbClr val="FFFFFF"/>
                </a:solidFill>
                <a:latin typeface="Arial"/>
                <a:sym typeface="Arial"/>
              </a:rPr>
              <a:t>Add a reference page (optional)</a:t>
            </a:r>
          </a:p>
          <a:p>
            <a:pPr marL="457189" indent="-457189" algn="ctr" defTabSz="1219170">
              <a:buClr>
                <a:srgbClr val="000000"/>
              </a:buClr>
              <a:buFont typeface="Arial"/>
              <a:buAutoNum type="arabicPeriod"/>
            </a:pPr>
            <a:endParaRPr lang="en-US" sz="1867" kern="0" dirty="0">
              <a:solidFill>
                <a:srgbClr val="FFFFFF"/>
              </a:solidFill>
              <a:latin typeface="Arial"/>
              <a:sym typeface="Arial"/>
            </a:endParaRPr>
          </a:p>
        </p:txBody>
      </p:sp>
      <p:sp>
        <p:nvSpPr>
          <p:cNvPr id="6" name="Rectangle 5">
            <a:extLst>
              <a:ext uri="{FF2B5EF4-FFF2-40B4-BE49-F238E27FC236}">
                <a16:creationId xmlns:a16="http://schemas.microsoft.com/office/drawing/2014/main" id="{4636C029-F641-4601-C46A-3F34EC0FA3D0}"/>
              </a:ext>
            </a:extLst>
          </p:cNvPr>
          <p:cNvSpPr/>
          <p:nvPr/>
        </p:nvSpPr>
        <p:spPr>
          <a:xfrm>
            <a:off x="6394667" y="1356967"/>
            <a:ext cx="5367867" cy="53317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457189" indent="-457189" defTabSz="1219170">
              <a:buClr>
                <a:srgbClr val="000000"/>
              </a:buClr>
              <a:buFont typeface="Arial"/>
              <a:buAutoNum type="arabicPeriod"/>
            </a:pPr>
            <a:r>
              <a:rPr lang="en-US" sz="3733" kern="0" dirty="0">
                <a:solidFill>
                  <a:srgbClr val="FFFFFF"/>
                </a:solidFill>
                <a:latin typeface="Arial"/>
                <a:sym typeface="Arial"/>
              </a:rPr>
              <a:t>Change your topic or arguments</a:t>
            </a:r>
          </a:p>
          <a:p>
            <a:pPr marL="457189" indent="-457189" defTabSz="1219170">
              <a:buClr>
                <a:srgbClr val="000000"/>
              </a:buClr>
              <a:buFont typeface="Arial"/>
              <a:buAutoNum type="arabicPeriod"/>
            </a:pPr>
            <a:r>
              <a:rPr lang="en-US" sz="3733" kern="0" dirty="0">
                <a:solidFill>
                  <a:srgbClr val="FFFFFF"/>
                </a:solidFill>
                <a:latin typeface="Arial"/>
                <a:sym typeface="Arial"/>
              </a:rPr>
              <a:t>Use AI to write entirely new paragraphs</a:t>
            </a:r>
          </a:p>
          <a:p>
            <a:pPr marL="457189" indent="-457189" defTabSz="1219170">
              <a:buClr>
                <a:srgbClr val="000000"/>
              </a:buClr>
              <a:buFont typeface="Arial"/>
              <a:buAutoNum type="arabicPeriod"/>
            </a:pPr>
            <a:r>
              <a:rPr lang="en-US" sz="3733" kern="0" dirty="0">
                <a:solidFill>
                  <a:srgbClr val="FFFFFF"/>
                </a:solidFill>
                <a:latin typeface="Arial"/>
                <a:sym typeface="Arial"/>
              </a:rPr>
              <a:t>Add more than 10% of new information to your essay</a:t>
            </a:r>
          </a:p>
        </p:txBody>
      </p:sp>
      <p:sp>
        <p:nvSpPr>
          <p:cNvPr id="7" name="Explosion: 14 Points 6">
            <a:extLst>
              <a:ext uri="{FF2B5EF4-FFF2-40B4-BE49-F238E27FC236}">
                <a16:creationId xmlns:a16="http://schemas.microsoft.com/office/drawing/2014/main" id="{F7A14147-5E23-8A53-BBEE-F131EB7FE364}"/>
              </a:ext>
            </a:extLst>
          </p:cNvPr>
          <p:cNvSpPr/>
          <p:nvPr/>
        </p:nvSpPr>
        <p:spPr>
          <a:xfrm>
            <a:off x="209984" y="548184"/>
            <a:ext cx="1822016" cy="1136833"/>
          </a:xfrm>
          <a:prstGeom prst="irregularSeal2">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defTabSz="1219170">
              <a:buClr>
                <a:srgbClr val="000000"/>
              </a:buClr>
            </a:pPr>
            <a:r>
              <a:rPr lang="en-US" sz="1867" b="1" kern="0" dirty="0">
                <a:solidFill>
                  <a:srgbClr val="FFFFFF"/>
                </a:solidFill>
                <a:latin typeface="Arial"/>
                <a:sym typeface="Arial"/>
              </a:rPr>
              <a:t>YES!</a:t>
            </a:r>
          </a:p>
        </p:txBody>
      </p:sp>
      <p:sp>
        <p:nvSpPr>
          <p:cNvPr id="8" name="Explosion: 14 Points 7">
            <a:extLst>
              <a:ext uri="{FF2B5EF4-FFF2-40B4-BE49-F238E27FC236}">
                <a16:creationId xmlns:a16="http://schemas.microsoft.com/office/drawing/2014/main" id="{792D0A00-118A-2D2A-EB4A-42127DF975E4}"/>
              </a:ext>
            </a:extLst>
          </p:cNvPr>
          <p:cNvSpPr/>
          <p:nvPr/>
        </p:nvSpPr>
        <p:spPr>
          <a:xfrm>
            <a:off x="9855200" y="548184"/>
            <a:ext cx="2065867" cy="1136833"/>
          </a:xfrm>
          <a:prstGeom prst="irregularSeal2">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defTabSz="1219170">
              <a:buClr>
                <a:srgbClr val="000000"/>
              </a:buClr>
            </a:pPr>
            <a:r>
              <a:rPr lang="en-US" sz="2133" b="1" kern="0" dirty="0">
                <a:solidFill>
                  <a:srgbClr val="01395A"/>
                </a:solidFill>
                <a:latin typeface="Arial"/>
                <a:sym typeface="Arial"/>
              </a:rPr>
              <a:t>NO!</a:t>
            </a:r>
          </a:p>
        </p:txBody>
      </p:sp>
    </p:spTree>
    <p:extLst>
      <p:ext uri="{BB962C8B-B14F-4D97-AF65-F5344CB8AC3E}">
        <p14:creationId xmlns:p14="http://schemas.microsoft.com/office/powerpoint/2010/main" val="1575186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40FAF4-A566-4728-4BF1-6343ED621BB2}"/>
              </a:ext>
            </a:extLst>
          </p:cNvPr>
          <p:cNvSpPr/>
          <p:nvPr/>
        </p:nvSpPr>
        <p:spPr>
          <a:xfrm>
            <a:off x="626533" y="1896533"/>
            <a:ext cx="11260667" cy="4707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dirty="0">
              <a:solidFill>
                <a:srgbClr val="FFFFFF"/>
              </a:solidFill>
              <a:latin typeface="Arial"/>
              <a:sym typeface="Arial"/>
            </a:endParaRPr>
          </a:p>
          <a:p>
            <a:pPr algn="ctr" defTabSz="1219170">
              <a:buClr>
                <a:srgbClr val="000000"/>
              </a:buClr>
            </a:pPr>
            <a:endParaRPr lang="en-US" sz="1867" kern="0" dirty="0">
              <a:solidFill>
                <a:srgbClr val="FFFFFF"/>
              </a:solidFill>
              <a:latin typeface="Arial"/>
              <a:sym typeface="Arial"/>
            </a:endParaRPr>
          </a:p>
          <a:p>
            <a:pPr algn="ctr" defTabSz="1219170">
              <a:buClr>
                <a:srgbClr val="000000"/>
              </a:buClr>
            </a:pPr>
            <a:endParaRPr lang="en-US" sz="1867" kern="0" dirty="0">
              <a:solidFill>
                <a:srgbClr val="FFFFFF"/>
              </a:solidFill>
              <a:latin typeface="Arial"/>
              <a:sym typeface="Arial"/>
            </a:endParaRPr>
          </a:p>
          <a:p>
            <a:pPr algn="ctr" defTabSz="1219170">
              <a:buClr>
                <a:srgbClr val="000000"/>
              </a:buClr>
            </a:pPr>
            <a:endParaRPr lang="en-US" sz="1867" kern="0" dirty="0">
              <a:solidFill>
                <a:srgbClr val="FFFFFF"/>
              </a:solidFill>
              <a:latin typeface="Arial"/>
              <a:sym typeface="Arial"/>
            </a:endParaRPr>
          </a:p>
          <a:p>
            <a:pPr algn="ctr" defTabSz="1219170">
              <a:buClr>
                <a:srgbClr val="000000"/>
              </a:buClr>
            </a:pPr>
            <a:r>
              <a:rPr lang="en-US" sz="3200" kern="0" dirty="0">
                <a:solidFill>
                  <a:srgbClr val="FFFFFF"/>
                </a:solidFill>
                <a:latin typeface="Arial"/>
                <a:sym typeface="Arial"/>
              </a:rPr>
              <a:t>Your essay should show a clear progression of development and improvement from the first to final draft. However, </a:t>
            </a:r>
            <a:r>
              <a:rPr lang="en-US" sz="3200" u="sng" kern="0" dirty="0">
                <a:solidFill>
                  <a:srgbClr val="FFFFFF"/>
                </a:solidFill>
                <a:latin typeface="Arial"/>
                <a:sym typeface="Arial"/>
              </a:rPr>
              <a:t>it should be recognizable. Do not drastically alter the final draft!  </a:t>
            </a:r>
            <a:r>
              <a:rPr lang="en-US" sz="3200" kern="0" dirty="0">
                <a:solidFill>
                  <a:srgbClr val="FFFFFF"/>
                </a:solidFill>
                <a:latin typeface="Arial"/>
                <a:sym typeface="Arial"/>
              </a:rPr>
              <a:t>Feel free to expand ideas, conclusions, and add a small amount of supporting details. However, the </a:t>
            </a:r>
            <a:r>
              <a:rPr lang="en-US" sz="3200" u="sng" kern="0" dirty="0">
                <a:solidFill>
                  <a:srgbClr val="FF0000"/>
                </a:solidFill>
                <a:highlight>
                  <a:srgbClr val="FFFF00"/>
                </a:highlight>
                <a:latin typeface="Arial"/>
                <a:sym typeface="Arial"/>
              </a:rPr>
              <a:t>new/added information should not amount to more than 10% of the overall essay!</a:t>
            </a:r>
          </a:p>
        </p:txBody>
      </p:sp>
      <p:pic>
        <p:nvPicPr>
          <p:cNvPr id="4" name="Picture 3">
            <a:extLst>
              <a:ext uri="{FF2B5EF4-FFF2-40B4-BE49-F238E27FC236}">
                <a16:creationId xmlns:a16="http://schemas.microsoft.com/office/drawing/2014/main" id="{4DACDA82-C0FD-D46A-4B9D-8CC6000AE9D3}"/>
              </a:ext>
            </a:extLst>
          </p:cNvPr>
          <p:cNvPicPr>
            <a:picLocks noChangeAspect="1"/>
          </p:cNvPicPr>
          <p:nvPr/>
        </p:nvPicPr>
        <p:blipFill>
          <a:blip r:embed="rId2"/>
          <a:stretch>
            <a:fillRect/>
          </a:stretch>
        </p:blipFill>
        <p:spPr>
          <a:xfrm>
            <a:off x="-418846" y="-35571"/>
            <a:ext cx="5261779" cy="3106955"/>
          </a:xfrm>
          <a:prstGeom prst="rect">
            <a:avLst/>
          </a:prstGeom>
        </p:spPr>
      </p:pic>
    </p:spTree>
    <p:extLst>
      <p:ext uri="{BB962C8B-B14F-4D97-AF65-F5344CB8AC3E}">
        <p14:creationId xmlns:p14="http://schemas.microsoft.com/office/powerpoint/2010/main" val="2409323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C30D31B-15AD-D73E-DB7D-5810A69F4955}"/>
              </a:ext>
            </a:extLst>
          </p:cNvPr>
          <p:cNvSpPr>
            <a:spLocks noGrp="1"/>
          </p:cNvSpPr>
          <p:nvPr>
            <p:ph type="pic" idx="2"/>
          </p:nvPr>
        </p:nvSpPr>
        <p:spPr/>
        <p:txBody>
          <a:bodyPr/>
          <a:lstStyle/>
          <a:p>
            <a:endParaRPr lang="en-US" dirty="0"/>
          </a:p>
        </p:txBody>
      </p:sp>
      <p:sp>
        <p:nvSpPr>
          <p:cNvPr id="3" name="Title 2">
            <a:extLst>
              <a:ext uri="{FF2B5EF4-FFF2-40B4-BE49-F238E27FC236}">
                <a16:creationId xmlns:a16="http://schemas.microsoft.com/office/drawing/2014/main" id="{3F45805F-3395-B18D-8124-99B3B83350D7}"/>
              </a:ext>
            </a:extLst>
          </p:cNvPr>
          <p:cNvSpPr>
            <a:spLocks noGrp="1"/>
          </p:cNvSpPr>
          <p:nvPr>
            <p:ph type="title"/>
          </p:nvPr>
        </p:nvSpPr>
        <p:spPr/>
        <p:txBody>
          <a:bodyPr/>
          <a:lstStyle/>
          <a:p>
            <a:r>
              <a:rPr lang="en-US" dirty="0"/>
              <a:t>REFLECTION</a:t>
            </a:r>
          </a:p>
        </p:txBody>
      </p:sp>
      <p:sp>
        <p:nvSpPr>
          <p:cNvPr id="4" name="Rectangle 3">
            <a:extLst>
              <a:ext uri="{FF2B5EF4-FFF2-40B4-BE49-F238E27FC236}">
                <a16:creationId xmlns:a16="http://schemas.microsoft.com/office/drawing/2014/main" id="{CC293A54-E0F9-918E-AB25-A449737F54CF}"/>
              </a:ext>
            </a:extLst>
          </p:cNvPr>
          <p:cNvSpPr/>
          <p:nvPr/>
        </p:nvSpPr>
        <p:spPr>
          <a:xfrm>
            <a:off x="778214" y="1738009"/>
            <a:ext cx="10726365" cy="461739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sp>
        <p:nvSpPr>
          <p:cNvPr id="5" name="Rectangle 4">
            <a:extLst>
              <a:ext uri="{FF2B5EF4-FFF2-40B4-BE49-F238E27FC236}">
                <a16:creationId xmlns:a16="http://schemas.microsoft.com/office/drawing/2014/main" id="{FEFEB84E-9904-6B8A-3568-18C69CC27173}"/>
              </a:ext>
            </a:extLst>
          </p:cNvPr>
          <p:cNvSpPr/>
          <p:nvPr/>
        </p:nvSpPr>
        <p:spPr>
          <a:xfrm>
            <a:off x="1089498" y="2088205"/>
            <a:ext cx="10116767" cy="40207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189" indent="-457189" defTabSz="1219170">
              <a:buClr>
                <a:srgbClr val="000000"/>
              </a:buClr>
              <a:buFont typeface="Arial"/>
              <a:buAutoNum type="arabicPeriod"/>
            </a:pPr>
            <a:r>
              <a:rPr lang="en-US" sz="2667" kern="0" dirty="0">
                <a:solidFill>
                  <a:srgbClr val="01395A"/>
                </a:solidFill>
                <a:latin typeface="Arial"/>
                <a:sym typeface="Arial"/>
              </a:rPr>
              <a:t>How did each phase of the writing process (outline, first draft, peer review, second draft, teacher feedback, final draft) help you build the final draft? What changes did you make along the way? Which parts were most helpful? </a:t>
            </a:r>
          </a:p>
          <a:p>
            <a:pPr marL="457189" indent="-457189" defTabSz="1219170">
              <a:buClr>
                <a:srgbClr val="000000"/>
              </a:buClr>
              <a:buFont typeface="Arial"/>
              <a:buAutoNum type="arabicPeriod"/>
            </a:pPr>
            <a:r>
              <a:rPr lang="en-US" sz="2667" kern="0" dirty="0">
                <a:solidFill>
                  <a:srgbClr val="01395A"/>
                </a:solidFill>
                <a:latin typeface="Arial"/>
                <a:sym typeface="Arial"/>
              </a:rPr>
              <a:t>How did you use AI tools to enhance the final draft? Which did you use? For what?</a:t>
            </a:r>
          </a:p>
          <a:p>
            <a:pPr marL="457189" indent="-457189" defTabSz="1219170">
              <a:buClr>
                <a:srgbClr val="000000"/>
              </a:buClr>
              <a:buFont typeface="Arial"/>
              <a:buAutoNum type="arabicPeriod"/>
            </a:pPr>
            <a:r>
              <a:rPr lang="en-US" sz="2667" kern="0" dirty="0">
                <a:solidFill>
                  <a:srgbClr val="01395A"/>
                </a:solidFill>
                <a:latin typeface="Arial"/>
                <a:sym typeface="Arial"/>
              </a:rPr>
              <a:t>What did you learn from this experience? How will you continue to improve your English writing in the future?</a:t>
            </a:r>
          </a:p>
          <a:p>
            <a:pPr algn="ctr" defTabSz="1219170">
              <a:buClr>
                <a:srgbClr val="000000"/>
              </a:buClr>
            </a:pPr>
            <a:endParaRPr lang="en-US" sz="1867" kern="0" dirty="0">
              <a:solidFill>
                <a:srgbClr val="01395A"/>
              </a:solidFill>
              <a:latin typeface="Arial"/>
              <a:sym typeface="Arial"/>
            </a:endParaRPr>
          </a:p>
        </p:txBody>
      </p:sp>
      <p:sp>
        <p:nvSpPr>
          <p:cNvPr id="6" name="Explosion: 14 Points 5">
            <a:extLst>
              <a:ext uri="{FF2B5EF4-FFF2-40B4-BE49-F238E27FC236}">
                <a16:creationId xmlns:a16="http://schemas.microsoft.com/office/drawing/2014/main" id="{69D80AA5-0B87-1801-EEEA-28432A5AD40C}"/>
              </a:ext>
            </a:extLst>
          </p:cNvPr>
          <p:cNvSpPr/>
          <p:nvPr/>
        </p:nvSpPr>
        <p:spPr>
          <a:xfrm>
            <a:off x="170918" y="90271"/>
            <a:ext cx="2555348" cy="1997933"/>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US" sz="1867" kern="0" dirty="0">
                <a:solidFill>
                  <a:srgbClr val="FFFFFF"/>
                </a:solidFill>
                <a:latin typeface="Arial"/>
                <a:sym typeface="Arial"/>
              </a:rPr>
              <a:t>200 Words!</a:t>
            </a:r>
          </a:p>
        </p:txBody>
      </p:sp>
      <p:sp>
        <p:nvSpPr>
          <p:cNvPr id="7" name="Rectangle 6">
            <a:extLst>
              <a:ext uri="{FF2B5EF4-FFF2-40B4-BE49-F238E27FC236}">
                <a16:creationId xmlns:a16="http://schemas.microsoft.com/office/drawing/2014/main" id="{38D4915F-5ED7-605E-613E-95BFE86E71F8}"/>
              </a:ext>
            </a:extLst>
          </p:cNvPr>
          <p:cNvSpPr/>
          <p:nvPr/>
        </p:nvSpPr>
        <p:spPr>
          <a:xfrm>
            <a:off x="6316133" y="5858934"/>
            <a:ext cx="3640667" cy="677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US" sz="2400" b="1" kern="0" dirty="0">
                <a:solidFill>
                  <a:srgbClr val="FFFFFF"/>
                </a:solidFill>
                <a:latin typeface="Arial"/>
                <a:sym typeface="Arial"/>
              </a:rPr>
              <a:t>Turn in on Blackboard!</a:t>
            </a:r>
          </a:p>
        </p:txBody>
      </p:sp>
    </p:spTree>
    <p:extLst>
      <p:ext uri="{BB962C8B-B14F-4D97-AF65-F5344CB8AC3E}">
        <p14:creationId xmlns:p14="http://schemas.microsoft.com/office/powerpoint/2010/main" val="375977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y teacher going over my work Gives feedback on what I did wrong, how I ...">
            <a:extLst>
              <a:ext uri="{FF2B5EF4-FFF2-40B4-BE49-F238E27FC236}">
                <a16:creationId xmlns:a16="http://schemas.microsoft.com/office/drawing/2014/main" id="{CC1D0F85-CEE6-D1C3-4956-5B134D91F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057" y="758135"/>
            <a:ext cx="10014857" cy="5341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15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365E06-DD27-5C01-7409-3D8620E7D516}"/>
              </a:ext>
            </a:extLst>
          </p:cNvPr>
          <p:cNvSpPr/>
          <p:nvPr/>
        </p:nvSpPr>
        <p:spPr>
          <a:xfrm>
            <a:off x="304800" y="326571"/>
            <a:ext cx="11473543" cy="62810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D739D6E-B631-D736-4F28-30B09447D2CC}"/>
              </a:ext>
            </a:extLst>
          </p:cNvPr>
          <p:cNvSpPr/>
          <p:nvPr/>
        </p:nvSpPr>
        <p:spPr>
          <a:xfrm>
            <a:off x="642257" y="631371"/>
            <a:ext cx="10842172" cy="5595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514350" indent="-514350" algn="ctr">
              <a:buAutoNum type="arabicPeriod"/>
            </a:pPr>
            <a:r>
              <a:rPr lang="en-US" sz="2800" b="1" dirty="0"/>
              <a:t>General Vocabulary, Grammar, and Punctuation</a:t>
            </a:r>
          </a:p>
          <a:p>
            <a:pPr marL="514350" indent="-514350" algn="ctr">
              <a:buAutoNum type="arabicPeriod"/>
            </a:pPr>
            <a:endParaRPr lang="en-US" sz="2800" dirty="0"/>
          </a:p>
          <a:p>
            <a:pPr algn="ctr"/>
            <a:r>
              <a:rPr lang="en-US" sz="2800" dirty="0"/>
              <a:t>Example: Countable vs. Uncountable Nouns</a:t>
            </a:r>
          </a:p>
          <a:p>
            <a:pPr algn="ctr"/>
            <a:endParaRPr lang="en-US" sz="2800" dirty="0"/>
          </a:p>
          <a:p>
            <a:pPr algn="ctr"/>
            <a:r>
              <a:rPr lang="en-US" sz="2800" dirty="0"/>
              <a:t>(Information, knowledge, advice, equipment, data, homework, research, artwork)</a:t>
            </a:r>
          </a:p>
        </p:txBody>
      </p:sp>
      <p:sp>
        <p:nvSpPr>
          <p:cNvPr id="4" name="Flowchart: Sequential Access Storage 3">
            <a:extLst>
              <a:ext uri="{FF2B5EF4-FFF2-40B4-BE49-F238E27FC236}">
                <a16:creationId xmlns:a16="http://schemas.microsoft.com/office/drawing/2014/main" id="{7751014B-1F3B-1A2F-39E3-12FFE8265241}"/>
              </a:ext>
            </a:extLst>
          </p:cNvPr>
          <p:cNvSpPr/>
          <p:nvPr/>
        </p:nvSpPr>
        <p:spPr>
          <a:xfrm>
            <a:off x="947057" y="4479474"/>
            <a:ext cx="3450771" cy="1545771"/>
          </a:xfrm>
          <a:prstGeom prst="flowChartMagneticTap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You CAN use online tools!</a:t>
            </a:r>
          </a:p>
        </p:txBody>
      </p:sp>
    </p:spTree>
    <p:extLst>
      <p:ext uri="{BB962C8B-B14F-4D97-AF65-F5344CB8AC3E}">
        <p14:creationId xmlns:p14="http://schemas.microsoft.com/office/powerpoint/2010/main" val="79873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8400-DD1A-1BD4-39EB-DDFD641485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814724-4ED8-1A30-19DC-A7BB2027488C}"/>
              </a:ext>
            </a:extLst>
          </p:cNvPr>
          <p:cNvSpPr/>
          <p:nvPr/>
        </p:nvSpPr>
        <p:spPr>
          <a:xfrm>
            <a:off x="304800" y="326571"/>
            <a:ext cx="11473543" cy="62810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531B7FC6-D221-2675-05BB-E215536E3B3D}"/>
              </a:ext>
            </a:extLst>
          </p:cNvPr>
          <p:cNvSpPr/>
          <p:nvPr/>
        </p:nvSpPr>
        <p:spPr>
          <a:xfrm>
            <a:off x="642257" y="631371"/>
            <a:ext cx="10842172" cy="5595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395A"/>
                </a:solidFill>
                <a:effectLst/>
                <a:uLnTx/>
                <a:uFillTx/>
                <a:latin typeface="Arial"/>
                <a:ea typeface="+mn-ea"/>
                <a:cs typeface="+mn-cs"/>
              </a:rPr>
              <a:t>2. Academic Tone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1395A"/>
                </a:solidFill>
                <a:effectLst/>
                <a:uLnTx/>
                <a:uFillTx/>
                <a:latin typeface="Arial"/>
                <a:ea typeface="+mn-ea"/>
                <a:cs typeface="+mn-cs"/>
              </a:rPr>
              <a:t>Choose strong academic vocabulary</a:t>
            </a:r>
          </a:p>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1395A"/>
                </a:solidFill>
                <a:latin typeface="Arial"/>
              </a:rPr>
              <a:t>Avoid first AND second person in </a:t>
            </a:r>
            <a:r>
              <a:rPr lang="en-US" sz="2800" i="1" dirty="0">
                <a:solidFill>
                  <a:srgbClr val="01395A"/>
                </a:solidFill>
                <a:latin typeface="Arial"/>
              </a:rPr>
              <a:t>most</a:t>
            </a:r>
            <a:r>
              <a:rPr lang="en-US" sz="2800" dirty="0">
                <a:solidFill>
                  <a:srgbClr val="01395A"/>
                </a:solidFill>
                <a:latin typeface="Arial"/>
              </a:rPr>
              <a:t> situations</a:t>
            </a: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a:p>
            <a:pPr marR="0" lvl="0" algn="ctr" defTabSz="914400" rtl="0" eaLnBrk="1" fontAlgn="auto" latinLnBrk="0" hangingPunct="1">
              <a:lnSpc>
                <a:spcPct val="100000"/>
              </a:lnSpc>
              <a:spcBef>
                <a:spcPts val="0"/>
              </a:spcBef>
              <a:spcAft>
                <a:spcPts val="0"/>
              </a:spcAft>
              <a:buClrTx/>
              <a:buSzTx/>
              <a:tabLst/>
              <a:defRPr/>
            </a:pPr>
            <a:endParaRPr lang="en-US" sz="2800" dirty="0">
              <a:solidFill>
                <a:srgbClr val="01395A"/>
              </a:solidFill>
              <a:latin typeface="Arial"/>
            </a:endParaRPr>
          </a:p>
          <a:p>
            <a:pPr marR="0" lvl="0" defTabSz="914400" rtl="0" eaLnBrk="1" fontAlgn="auto" latinLnBrk="0" hangingPunct="1">
              <a:lnSpc>
                <a:spcPct val="100000"/>
              </a:lnSpc>
              <a:spcBef>
                <a:spcPts val="0"/>
              </a:spcBef>
              <a:spcAft>
                <a:spcPts val="0"/>
              </a:spcAft>
              <a:buClrTx/>
              <a:buSzTx/>
              <a:tabLst/>
              <a:defRPr/>
            </a:pPr>
            <a:r>
              <a:rPr kumimoji="0" lang="en-US" sz="2800" b="0" i="0" u="sng" strike="noStrike" kern="1200" cap="none" spc="0" normalizeH="0" baseline="0" noProof="0" dirty="0">
                <a:ln>
                  <a:noFill/>
                </a:ln>
                <a:solidFill>
                  <a:srgbClr val="01395A"/>
                </a:solidFill>
                <a:effectLst/>
                <a:uLnTx/>
                <a:uFillTx/>
                <a:latin typeface="Arial"/>
                <a:ea typeface="+mn-ea"/>
                <a:cs typeface="+mn-cs"/>
              </a:rPr>
              <a:t>Example: </a:t>
            </a:r>
            <a:r>
              <a:rPr kumimoji="0" lang="en-US" sz="2800" b="0" i="0" u="none" strike="noStrike" kern="1200" cap="none" spc="0" normalizeH="0" baseline="0" noProof="0" dirty="0">
                <a:ln>
                  <a:noFill/>
                </a:ln>
                <a:solidFill>
                  <a:srgbClr val="01395A"/>
                </a:solidFill>
                <a:effectLst/>
                <a:uLnTx/>
                <a:uFillTx/>
                <a:latin typeface="Arial"/>
                <a:ea typeface="+mn-ea"/>
                <a:cs typeface="+mn-cs"/>
              </a:rPr>
              <a:t>“</a:t>
            </a:r>
            <a:r>
              <a:rPr kumimoji="0" lang="en-US" sz="2800" b="0" i="1" u="none" strike="noStrike" kern="1200" cap="none" spc="0" normalizeH="0" baseline="0" noProof="0" dirty="0">
                <a:ln>
                  <a:noFill/>
                </a:ln>
                <a:solidFill>
                  <a:srgbClr val="01395A"/>
                </a:solidFill>
                <a:effectLst/>
                <a:uLnTx/>
                <a:uFillTx/>
                <a:latin typeface="Arial"/>
                <a:ea typeface="+mn-ea"/>
                <a:cs typeface="+mn-cs"/>
              </a:rPr>
              <a:t>What</a:t>
            </a:r>
            <a:r>
              <a:rPr lang="en-US" sz="2800" i="1" dirty="0">
                <a:solidFill>
                  <a:srgbClr val="01395A"/>
                </a:solidFill>
                <a:latin typeface="Arial"/>
              </a:rPr>
              <a:t> if you could fly. Where would you go?”</a:t>
            </a:r>
          </a:p>
          <a:p>
            <a:pPr marR="0" lvl="0" defTabSz="914400" rtl="0" eaLnBrk="1" fontAlgn="auto" latinLnBrk="0" hangingPunct="1">
              <a:lnSpc>
                <a:spcPct val="100000"/>
              </a:lnSpc>
              <a:spcBef>
                <a:spcPts val="0"/>
              </a:spcBef>
              <a:spcAft>
                <a:spcPts val="0"/>
              </a:spcAft>
              <a:buClrTx/>
              <a:buSzTx/>
              <a:tabLst/>
              <a:defRPr/>
            </a:pPr>
            <a:r>
              <a:rPr lang="en-US" sz="2800" dirty="0">
                <a:solidFill>
                  <a:srgbClr val="01395A"/>
                </a:solidFill>
                <a:latin typeface="Arial"/>
              </a:rPr>
              <a:t>…. “Imagine if people had the ability to fly and the places they could go”. </a:t>
            </a:r>
          </a:p>
          <a:p>
            <a:pPr marR="0" lvl="0"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p:txBody>
      </p:sp>
    </p:spTree>
    <p:extLst>
      <p:ext uri="{BB962C8B-B14F-4D97-AF65-F5344CB8AC3E}">
        <p14:creationId xmlns:p14="http://schemas.microsoft.com/office/powerpoint/2010/main" val="34993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DB35-1E71-1C2C-E8C7-ABE935245E2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D1D025-BA5C-D010-DC26-12DDC9B5F455}"/>
              </a:ext>
            </a:extLst>
          </p:cNvPr>
          <p:cNvSpPr/>
          <p:nvPr/>
        </p:nvSpPr>
        <p:spPr>
          <a:xfrm>
            <a:off x="304800" y="326571"/>
            <a:ext cx="11473543" cy="62810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DA2F031-8816-5DA3-F8CD-A430AA1F4B83}"/>
              </a:ext>
            </a:extLst>
          </p:cNvPr>
          <p:cNvSpPr/>
          <p:nvPr/>
        </p:nvSpPr>
        <p:spPr>
          <a:xfrm>
            <a:off x="642257" y="631371"/>
            <a:ext cx="10842172" cy="5595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3. Thesis Statements</a:t>
            </a:r>
          </a:p>
          <a:p>
            <a:pPr algn="ctr"/>
            <a:endParaRPr lang="en-US" sz="2800" dirty="0"/>
          </a:p>
          <a:p>
            <a:pPr marL="457200" indent="-457200" algn="ctr">
              <a:buFont typeface="Arial" panose="020B0604020202020204" pitchFamily="34" charset="0"/>
              <a:buChar char="•"/>
            </a:pPr>
            <a:r>
              <a:rPr lang="en-US" sz="2800" dirty="0"/>
              <a:t>Location: Last sentence of paragraph ONE (Introduction)</a:t>
            </a:r>
          </a:p>
          <a:p>
            <a:pPr algn="ctr"/>
            <a:endParaRPr lang="en-US" sz="2800" dirty="0"/>
          </a:p>
          <a:p>
            <a:pPr marL="457200" indent="-457200" algn="ctr">
              <a:buFont typeface="Arial" panose="020B0604020202020204" pitchFamily="34" charset="0"/>
              <a:buChar char="•"/>
            </a:pPr>
            <a:r>
              <a:rPr lang="en-US" sz="2800" dirty="0"/>
              <a:t>Only one sentence</a:t>
            </a:r>
          </a:p>
          <a:p>
            <a:pPr algn="ctr"/>
            <a:endParaRPr lang="en-US" sz="2800" dirty="0"/>
          </a:p>
          <a:p>
            <a:pPr marL="457200" indent="-457200" algn="ctr">
              <a:buFont typeface="Arial" panose="020B0604020202020204" pitchFamily="34" charset="0"/>
              <a:buChar char="•"/>
            </a:pPr>
            <a:r>
              <a:rPr lang="en-US" sz="2800" dirty="0"/>
              <a:t>Should clearly state the essay’s position and three arguments</a:t>
            </a:r>
          </a:p>
          <a:p>
            <a:pPr marL="457200" indent="-457200" algn="ctr">
              <a:buFont typeface="Arial" panose="020B0604020202020204" pitchFamily="34" charset="0"/>
              <a:buChar char="•"/>
            </a:pPr>
            <a:endParaRPr lang="en-US" sz="2800" dirty="0"/>
          </a:p>
          <a:p>
            <a:pPr marL="457200" indent="-457200" algn="ctr">
              <a:buFont typeface="Arial" panose="020B0604020202020204" pitchFamily="34" charset="0"/>
              <a:buChar char="•"/>
            </a:pPr>
            <a:r>
              <a:rPr lang="en-US" sz="2800" dirty="0"/>
              <a:t>Avoids first person statements such as : “I will tell you about..” or “In my opinion…”</a:t>
            </a:r>
          </a:p>
        </p:txBody>
      </p:sp>
    </p:spTree>
    <p:extLst>
      <p:ext uri="{BB962C8B-B14F-4D97-AF65-F5344CB8AC3E}">
        <p14:creationId xmlns:p14="http://schemas.microsoft.com/office/powerpoint/2010/main" val="2557014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Make Pineapple Pizza Even Better | Lifehacker">
            <a:extLst>
              <a:ext uri="{FF2B5EF4-FFF2-40B4-BE49-F238E27FC236}">
                <a16:creationId xmlns:a16="http://schemas.microsoft.com/office/drawing/2014/main" id="{82257A73-9291-EC67-C74B-ECAB88FBB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 y="10"/>
            <a:ext cx="12191980" cy="6857990"/>
          </a:xfrm>
          <a:prstGeom prst="rect">
            <a:avLst/>
          </a:prstGeom>
          <a:solidFill>
            <a:srgbClr val="FFFFFF"/>
          </a:solidFill>
          <a:ln>
            <a:noFill/>
          </a:ln>
          <a:extLst/>
        </p:spPr>
      </p:pic>
      <p:sp>
        <p:nvSpPr>
          <p:cNvPr id="2" name="Rectangle 1">
            <a:extLst>
              <a:ext uri="{FF2B5EF4-FFF2-40B4-BE49-F238E27FC236}">
                <a16:creationId xmlns:a16="http://schemas.microsoft.com/office/drawing/2014/main" id="{2B2A568D-F9DE-0E0C-9566-8F743A946245}"/>
              </a:ext>
            </a:extLst>
          </p:cNvPr>
          <p:cNvSpPr/>
          <p:nvPr/>
        </p:nvSpPr>
        <p:spPr>
          <a:xfrm>
            <a:off x="511628" y="1012371"/>
            <a:ext cx="11168743" cy="54537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400" dirty="0"/>
              <a:t>	Imagine a group of friends excitedly opening a box of pizza to celebrate the end to a busy semester. They pull out slices, anticipating delicious flavors of cheese, ham, and sauteed onion. However, upon taking the first bites each is hit with an overwhelmingly potent taste: the tang of pineapple, which instantly overpowers everything else. According to an article published in Time Magazine, the surprising pairing was first unveiled in Ontario Canada, by a restaurant owner experimenting with sweet plus savory flavor combinations.  It’s been a hotly debated issue ever since, though the answer seems abundantly clear. </a:t>
            </a:r>
            <a:r>
              <a:rPr lang="en-US" sz="2400" b="1" dirty="0"/>
              <a:t>Pineapple simply does not belong on pizza because it creates an unpleasant flavor imbalance, has a distracting texture, and causes loss of cultural authenticity.</a:t>
            </a:r>
            <a:r>
              <a:rPr lang="en-US" sz="2400" dirty="0"/>
              <a:t> </a:t>
            </a:r>
          </a:p>
        </p:txBody>
      </p:sp>
    </p:spTree>
    <p:extLst>
      <p:ext uri="{BB962C8B-B14F-4D97-AF65-F5344CB8AC3E}">
        <p14:creationId xmlns:p14="http://schemas.microsoft.com/office/powerpoint/2010/main" val="3836736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9131-43DE-E7D6-4C7E-80F7C19147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DAA9C9-CBA1-2E34-CA26-826AEF359778}"/>
              </a:ext>
            </a:extLst>
          </p:cNvPr>
          <p:cNvSpPr/>
          <p:nvPr/>
        </p:nvSpPr>
        <p:spPr>
          <a:xfrm>
            <a:off x="304800" y="326571"/>
            <a:ext cx="11473543" cy="62810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66C65F50-D1D9-5355-AE82-1FEAE7C8D00D}"/>
              </a:ext>
            </a:extLst>
          </p:cNvPr>
          <p:cNvSpPr/>
          <p:nvPr/>
        </p:nvSpPr>
        <p:spPr>
          <a:xfrm>
            <a:off x="642257" y="631371"/>
            <a:ext cx="10842172" cy="5595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800" b="1" dirty="0">
                <a:solidFill>
                  <a:srgbClr val="01395A"/>
                </a:solidFill>
                <a:latin typeface="Arial"/>
              </a:rPr>
              <a:t>4. </a:t>
            </a:r>
            <a:r>
              <a:rPr kumimoji="0" lang="en-US" sz="2800" b="1" i="0" u="none" strike="noStrike" kern="1200" cap="none" spc="0" normalizeH="0" baseline="0" noProof="0" dirty="0">
                <a:ln>
                  <a:noFill/>
                </a:ln>
                <a:solidFill>
                  <a:srgbClr val="01395A"/>
                </a:solidFill>
                <a:effectLst/>
                <a:uLnTx/>
                <a:uFillTx/>
                <a:latin typeface="Arial"/>
                <a:ea typeface="+mn-ea"/>
                <a:cs typeface="+mn-cs"/>
              </a:rPr>
              <a:t> Sources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1395A"/>
                </a:solidFill>
                <a:latin typeface="Arial"/>
              </a:rPr>
              <a:t>Be sure to specify where supporting material came from</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1395A"/>
                </a:solidFill>
                <a:effectLst/>
                <a:uLnTx/>
                <a:uFillTx/>
                <a:latin typeface="Arial"/>
                <a:ea typeface="+mn-ea"/>
                <a:cs typeface="+mn-cs"/>
              </a:rPr>
              <a:t>Cite </a:t>
            </a:r>
            <a:r>
              <a:rPr lang="en-US" sz="2800" dirty="0">
                <a:solidFill>
                  <a:srgbClr val="01395A"/>
                </a:solidFill>
                <a:latin typeface="Arial"/>
              </a:rPr>
              <a:t>people, organizations, dates, etc. in the </a:t>
            </a:r>
            <a:r>
              <a:rPr kumimoji="0" lang="en-US" sz="2800" b="0" i="0" u="none" strike="noStrike" kern="1200" cap="none" spc="0" normalizeH="0" baseline="0" noProof="0" dirty="0" err="1">
                <a:ln>
                  <a:noFill/>
                </a:ln>
                <a:solidFill>
                  <a:srgbClr val="01395A"/>
                </a:solidFill>
                <a:effectLst/>
                <a:uLnTx/>
                <a:uFillTx/>
                <a:latin typeface="Arial"/>
                <a:ea typeface="+mn-ea"/>
                <a:cs typeface="+mn-cs"/>
              </a:rPr>
              <a:t>te</a:t>
            </a:r>
            <a:r>
              <a:rPr lang="en-US" sz="2800" dirty="0" err="1">
                <a:solidFill>
                  <a:srgbClr val="01395A"/>
                </a:solidFill>
                <a:latin typeface="Arial"/>
              </a:rPr>
              <a:t>xt</a:t>
            </a:r>
            <a:r>
              <a:rPr lang="en-US" sz="2800" dirty="0">
                <a:solidFill>
                  <a:srgbClr val="01395A"/>
                </a:solidFill>
                <a:latin typeface="Arial"/>
              </a:rPr>
              <a:t> with phrases like:</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a:p>
            <a:pPr marR="0" lvl="0" defTabSz="914400" rtl="0" eaLnBrk="1" fontAlgn="auto" latinLnBrk="0" hangingPunct="1">
              <a:lnSpc>
                <a:spcPct val="100000"/>
              </a:lnSpc>
              <a:spcBef>
                <a:spcPts val="0"/>
              </a:spcBef>
              <a:spcAft>
                <a:spcPts val="0"/>
              </a:spcAft>
              <a:buClrTx/>
              <a:buSzTx/>
              <a:tabLst/>
              <a:defRPr/>
            </a:pPr>
            <a:r>
              <a:rPr lang="en-US" sz="2800" dirty="0">
                <a:solidFill>
                  <a:srgbClr val="01395A"/>
                </a:solidFill>
                <a:latin typeface="Arial"/>
              </a:rPr>
              <a:t>“according to ____________”. “In research from ________”</a:t>
            </a:r>
          </a:p>
          <a:p>
            <a:pPr marR="0" lvl="0" defTabSz="914400" rtl="0" eaLnBrk="1" fontAlgn="auto" latinLnBrk="0" hangingPunct="1">
              <a:lnSpc>
                <a:spcPct val="100000"/>
              </a:lnSpc>
              <a:spcBef>
                <a:spcPts val="0"/>
              </a:spcBef>
              <a:spcAft>
                <a:spcPts val="0"/>
              </a:spcAft>
              <a:buClrTx/>
              <a:buSzTx/>
              <a:tabLst/>
              <a:defRPr/>
            </a:pPr>
            <a:r>
              <a:rPr lang="en-US" sz="2800" dirty="0">
                <a:solidFill>
                  <a:srgbClr val="01395A"/>
                </a:solidFill>
                <a:latin typeface="Arial"/>
              </a:rPr>
              <a:t>“In a recent study by_____________”</a:t>
            </a: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a:p>
            <a:pPr marR="0" lvl="0" algn="ctr" defTabSz="914400" rtl="0" eaLnBrk="1" fontAlgn="auto" latinLnBrk="0" hangingPunct="1">
              <a:lnSpc>
                <a:spcPct val="100000"/>
              </a:lnSpc>
              <a:spcBef>
                <a:spcPts val="0"/>
              </a:spcBef>
              <a:spcAft>
                <a:spcPts val="0"/>
              </a:spcAft>
              <a:buClrTx/>
              <a:buSzTx/>
              <a:tabLst/>
              <a:defRPr/>
            </a:pPr>
            <a:endParaRPr lang="en-US" sz="2800" dirty="0">
              <a:solidFill>
                <a:srgbClr val="01395A"/>
              </a:solidFill>
              <a:latin typeface="Arial"/>
            </a:endParaRPr>
          </a:p>
          <a:p>
            <a:pPr marR="0" lvl="0"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dirty="0">
              <a:ln>
                <a:noFill/>
              </a:ln>
              <a:solidFill>
                <a:srgbClr val="01395A"/>
              </a:solidFill>
              <a:effectLst/>
              <a:uLnTx/>
              <a:uFillTx/>
              <a:latin typeface="Arial"/>
              <a:ea typeface="+mn-ea"/>
              <a:cs typeface="+mn-cs"/>
            </a:endParaRPr>
          </a:p>
        </p:txBody>
      </p:sp>
    </p:spTree>
    <p:extLst>
      <p:ext uri="{BB962C8B-B14F-4D97-AF65-F5344CB8AC3E}">
        <p14:creationId xmlns:p14="http://schemas.microsoft.com/office/powerpoint/2010/main" val="2581070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C735D7-8CCF-9ED9-D87F-3B1C1D3BBD5C}"/>
              </a:ext>
            </a:extLst>
          </p:cNvPr>
          <p:cNvPicPr>
            <a:picLocks noChangeAspect="1"/>
          </p:cNvPicPr>
          <p:nvPr/>
        </p:nvPicPr>
        <p:blipFill>
          <a:blip r:embed="rId2"/>
          <a:stretch>
            <a:fillRect/>
          </a:stretch>
        </p:blipFill>
        <p:spPr>
          <a:xfrm>
            <a:off x="115330" y="214185"/>
            <a:ext cx="11796583" cy="6643815"/>
          </a:xfrm>
          <a:prstGeom prst="rect">
            <a:avLst/>
          </a:prstGeom>
        </p:spPr>
      </p:pic>
    </p:spTree>
    <p:extLst>
      <p:ext uri="{BB962C8B-B14F-4D97-AF65-F5344CB8AC3E}">
        <p14:creationId xmlns:p14="http://schemas.microsoft.com/office/powerpoint/2010/main" val="2628241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2"/>
          <p:cNvSpPr/>
          <p:nvPr/>
        </p:nvSpPr>
        <p:spPr>
          <a:xfrm>
            <a:off x="3624433" y="548833"/>
            <a:ext cx="1423600" cy="1424000"/>
          </a:xfrm>
          <a:prstGeom prst="ellipse">
            <a:avLst/>
          </a:pr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 name="Google Shape;298;p42"/>
          <p:cNvSpPr txBox="1">
            <a:spLocks noGrp="1"/>
          </p:cNvSpPr>
          <p:nvPr>
            <p:ph type="title"/>
          </p:nvPr>
        </p:nvSpPr>
        <p:spPr>
          <a:xfrm flipH="1">
            <a:off x="4004000" y="1273817"/>
            <a:ext cx="4184000" cy="1424000"/>
          </a:xfrm>
          <a:prstGeom prst="rect">
            <a:avLst/>
          </a:prstGeom>
        </p:spPr>
        <p:txBody>
          <a:bodyPr spcFirstLastPara="1" wrap="square" lIns="121900" tIns="121900" rIns="121900" bIns="121900" anchor="b" anchorCtr="0">
            <a:noAutofit/>
          </a:bodyPr>
          <a:lstStyle/>
          <a:p>
            <a:r>
              <a:rPr lang="en"/>
              <a:t>WHOA!</a:t>
            </a:r>
            <a:endParaRPr/>
          </a:p>
        </p:txBody>
      </p:sp>
      <p:sp>
        <p:nvSpPr>
          <p:cNvPr id="299" name="Google Shape;299;p42"/>
          <p:cNvSpPr txBox="1">
            <a:spLocks noGrp="1"/>
          </p:cNvSpPr>
          <p:nvPr>
            <p:ph type="subTitle" idx="1"/>
          </p:nvPr>
        </p:nvSpPr>
        <p:spPr>
          <a:xfrm flipH="1">
            <a:off x="3404400" y="2508417"/>
            <a:ext cx="5383200" cy="1298800"/>
          </a:xfrm>
          <a:prstGeom prst="rect">
            <a:avLst/>
          </a:prstGeom>
        </p:spPr>
        <p:txBody>
          <a:bodyPr spcFirstLastPara="1" wrap="square" lIns="121900" tIns="121900" rIns="121900" bIns="121900" anchor="t" anchorCtr="0">
            <a:noAutofit/>
          </a:bodyPr>
          <a:lstStyle/>
          <a:p>
            <a:pPr marL="0" indent="0">
              <a:buSzPts val="1100"/>
            </a:pPr>
            <a:r>
              <a:rPr lang="en"/>
              <a:t>This can be the part of the presentation where you introduce yourself, write your email…</a:t>
            </a:r>
            <a:endParaRPr/>
          </a:p>
        </p:txBody>
      </p:sp>
      <p:grpSp>
        <p:nvGrpSpPr>
          <p:cNvPr id="300" name="Google Shape;300;p42"/>
          <p:cNvGrpSpPr/>
          <p:nvPr/>
        </p:nvGrpSpPr>
        <p:grpSpPr>
          <a:xfrm>
            <a:off x="0" y="4177244"/>
            <a:ext cx="12192000" cy="2844824"/>
            <a:chOff x="0" y="3132933"/>
            <a:chExt cx="9144000" cy="2133618"/>
          </a:xfrm>
        </p:grpSpPr>
        <p:pic>
          <p:nvPicPr>
            <p:cNvPr id="301" name="Google Shape;301;p42"/>
            <p:cNvPicPr preferRelativeResize="0"/>
            <p:nvPr/>
          </p:nvPicPr>
          <p:blipFill rotWithShape="1">
            <a:blip r:embed="rId3">
              <a:alphaModFix amt="69000"/>
            </a:blip>
            <a:srcRect l="9797" t="21487" r="14484" b="47102"/>
            <a:stretch/>
          </p:blipFill>
          <p:spPr>
            <a:xfrm>
              <a:off x="0" y="3132933"/>
              <a:ext cx="9144000" cy="2133618"/>
            </a:xfrm>
            <a:prstGeom prst="rect">
              <a:avLst/>
            </a:prstGeom>
            <a:noFill/>
            <a:ln>
              <a:noFill/>
            </a:ln>
          </p:spPr>
        </p:pic>
        <p:sp>
          <p:nvSpPr>
            <p:cNvPr id="302" name="Google Shape;302;p42"/>
            <p:cNvSpPr/>
            <p:nvPr/>
          </p:nvSpPr>
          <p:spPr>
            <a:xfrm>
              <a:off x="0" y="4208675"/>
              <a:ext cx="9144000" cy="934800"/>
            </a:xfrm>
            <a:prstGeom prst="rect">
              <a:avLst/>
            </a:prstGeom>
            <a:gradFill>
              <a:gsLst>
                <a:gs pos="0">
                  <a:schemeClr val="accent2"/>
                </a:gs>
                <a:gs pos="100000">
                  <a:schemeClr val="lt1"/>
                </a:gs>
              </a:gsLst>
              <a:lin ang="5400012" scaled="0"/>
            </a:gra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303" name="Google Shape;303;p42"/>
          <p:cNvPicPr preferRelativeResize="0"/>
          <p:nvPr/>
        </p:nvPicPr>
        <p:blipFill rotWithShape="1">
          <a:blip r:embed="rId4">
            <a:alphaModFix/>
          </a:blip>
          <a:srcRect l="25471" t="11989" r="44988" b="10406"/>
          <a:stretch/>
        </p:blipFill>
        <p:spPr>
          <a:xfrm flipH="1">
            <a:off x="9367784" y="231701"/>
            <a:ext cx="4686931" cy="6926601"/>
          </a:xfrm>
          <a:prstGeom prst="rect">
            <a:avLst/>
          </a:prstGeom>
          <a:noFill/>
          <a:ln>
            <a:noFill/>
          </a:ln>
        </p:spPr>
      </p:pic>
      <p:grpSp>
        <p:nvGrpSpPr>
          <p:cNvPr id="304" name="Google Shape;304;p42"/>
          <p:cNvGrpSpPr/>
          <p:nvPr/>
        </p:nvGrpSpPr>
        <p:grpSpPr>
          <a:xfrm>
            <a:off x="8925457" y="2884947"/>
            <a:ext cx="1669088" cy="2462051"/>
            <a:chOff x="7049400" y="2514774"/>
            <a:chExt cx="1782960" cy="2630021"/>
          </a:xfrm>
        </p:grpSpPr>
        <p:sp>
          <p:nvSpPr>
            <p:cNvPr id="305" name="Google Shape;305;p42"/>
            <p:cNvSpPr/>
            <p:nvPr/>
          </p:nvSpPr>
          <p:spPr>
            <a:xfrm>
              <a:off x="7845219" y="3125116"/>
              <a:ext cx="492334" cy="1461682"/>
            </a:xfrm>
            <a:custGeom>
              <a:avLst/>
              <a:gdLst/>
              <a:ahLst/>
              <a:cxnLst/>
              <a:rect l="l" t="t" r="r" b="b"/>
              <a:pathLst>
                <a:path w="9288" h="27575" extrusionOk="0">
                  <a:moveTo>
                    <a:pt x="1" y="0"/>
                  </a:moveTo>
                  <a:cubicBezTo>
                    <a:pt x="1" y="0"/>
                    <a:pt x="5073" y="6465"/>
                    <a:pt x="6645" y="11275"/>
                  </a:cubicBezTo>
                  <a:cubicBezTo>
                    <a:pt x="9288" y="25670"/>
                    <a:pt x="7895" y="27575"/>
                    <a:pt x="3763" y="27349"/>
                  </a:cubicBezTo>
                  <a:cubicBezTo>
                    <a:pt x="3763" y="27349"/>
                    <a:pt x="7145" y="15157"/>
                    <a:pt x="1" y="0"/>
                  </a:cubicBez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 name="Google Shape;306;p42"/>
            <p:cNvSpPr/>
            <p:nvPr/>
          </p:nvSpPr>
          <p:spPr>
            <a:xfrm>
              <a:off x="7189502" y="2514774"/>
              <a:ext cx="693020" cy="1995202"/>
            </a:xfrm>
            <a:custGeom>
              <a:avLst/>
              <a:gdLst/>
              <a:ahLst/>
              <a:cxnLst/>
              <a:rect l="l" t="t" r="r" b="b"/>
              <a:pathLst>
                <a:path w="13074" h="37640" extrusionOk="0">
                  <a:moveTo>
                    <a:pt x="13073" y="1"/>
                  </a:moveTo>
                  <a:lnTo>
                    <a:pt x="13073" y="1"/>
                  </a:lnTo>
                  <a:cubicBezTo>
                    <a:pt x="7894" y="13205"/>
                    <a:pt x="2774" y="25325"/>
                    <a:pt x="0" y="36934"/>
                  </a:cubicBezTo>
                  <a:cubicBezTo>
                    <a:pt x="1869" y="37395"/>
                    <a:pt x="3839" y="37640"/>
                    <a:pt x="5929" y="37640"/>
                  </a:cubicBezTo>
                  <a:cubicBezTo>
                    <a:pt x="7940" y="37640"/>
                    <a:pt x="10063" y="37413"/>
                    <a:pt x="12311" y="36934"/>
                  </a:cubicBezTo>
                  <a:lnTo>
                    <a:pt x="13073"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 name="Google Shape;307;p42"/>
            <p:cNvSpPr/>
            <p:nvPr/>
          </p:nvSpPr>
          <p:spPr>
            <a:xfrm>
              <a:off x="7839547" y="2675073"/>
              <a:ext cx="39809" cy="2234213"/>
            </a:xfrm>
            <a:custGeom>
              <a:avLst/>
              <a:gdLst/>
              <a:ahLst/>
              <a:cxnLst/>
              <a:rect l="l" t="t" r="r" b="b"/>
              <a:pathLst>
                <a:path w="751" h="42149" extrusionOk="0">
                  <a:moveTo>
                    <a:pt x="1" y="1"/>
                  </a:moveTo>
                  <a:lnTo>
                    <a:pt x="1" y="42149"/>
                  </a:lnTo>
                  <a:lnTo>
                    <a:pt x="751" y="42149"/>
                  </a:lnTo>
                  <a:lnTo>
                    <a:pt x="75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 name="Google Shape;308;p42"/>
            <p:cNvSpPr/>
            <p:nvPr/>
          </p:nvSpPr>
          <p:spPr>
            <a:xfrm>
              <a:off x="7555527" y="3722789"/>
              <a:ext cx="876691" cy="1137806"/>
            </a:xfrm>
            <a:custGeom>
              <a:avLst/>
              <a:gdLst/>
              <a:ahLst/>
              <a:cxnLst/>
              <a:rect l="l" t="t" r="r" b="b"/>
              <a:pathLst>
                <a:path w="16539" h="21465" extrusionOk="0">
                  <a:moveTo>
                    <a:pt x="12110" y="0"/>
                  </a:moveTo>
                  <a:lnTo>
                    <a:pt x="12110" y="0"/>
                  </a:lnTo>
                  <a:cubicBezTo>
                    <a:pt x="13788" y="16074"/>
                    <a:pt x="1" y="18634"/>
                    <a:pt x="1" y="18634"/>
                  </a:cubicBezTo>
                  <a:cubicBezTo>
                    <a:pt x="3073" y="20025"/>
                    <a:pt x="8819" y="21464"/>
                    <a:pt x="13512" y="21464"/>
                  </a:cubicBezTo>
                  <a:cubicBezTo>
                    <a:pt x="14040" y="21464"/>
                    <a:pt x="14555" y="21446"/>
                    <a:pt x="15050" y="21408"/>
                  </a:cubicBezTo>
                  <a:cubicBezTo>
                    <a:pt x="16539" y="9728"/>
                    <a:pt x="12110" y="1"/>
                    <a:pt x="12110"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9" name="Google Shape;309;p42"/>
            <p:cNvSpPr/>
            <p:nvPr/>
          </p:nvSpPr>
          <p:spPr>
            <a:xfrm>
              <a:off x="7405989" y="4867035"/>
              <a:ext cx="716979" cy="118048"/>
            </a:xfrm>
            <a:custGeom>
              <a:avLst/>
              <a:gdLst/>
              <a:ahLst/>
              <a:cxnLst/>
              <a:rect l="l" t="t" r="r" b="b"/>
              <a:pathLst>
                <a:path w="13526" h="2227" extrusionOk="0">
                  <a:moveTo>
                    <a:pt x="0" y="2227"/>
                  </a:moveTo>
                  <a:lnTo>
                    <a:pt x="13526" y="1929"/>
                  </a:lnTo>
                  <a:cubicBezTo>
                    <a:pt x="13526" y="1929"/>
                    <a:pt x="9668" y="0"/>
                    <a:pt x="7037" y="0"/>
                  </a:cubicBezTo>
                  <a:lnTo>
                    <a:pt x="1905" y="0"/>
                  </a:lnTo>
                  <a:cubicBezTo>
                    <a:pt x="1488" y="0"/>
                    <a:pt x="1095" y="215"/>
                    <a:pt x="893" y="596"/>
                  </a:cubicBez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0" name="Google Shape;310;p42"/>
            <p:cNvSpPr/>
            <p:nvPr/>
          </p:nvSpPr>
          <p:spPr>
            <a:xfrm>
              <a:off x="7563743" y="4903611"/>
              <a:ext cx="489153" cy="95997"/>
            </a:xfrm>
            <a:custGeom>
              <a:avLst/>
              <a:gdLst/>
              <a:ahLst/>
              <a:cxnLst/>
              <a:rect l="l" t="t" r="r" b="b"/>
              <a:pathLst>
                <a:path w="9228" h="1811" extrusionOk="0">
                  <a:moveTo>
                    <a:pt x="9228" y="1811"/>
                  </a:moveTo>
                  <a:lnTo>
                    <a:pt x="1" y="1811"/>
                  </a:lnTo>
                  <a:lnTo>
                    <a:pt x="608" y="453"/>
                  </a:lnTo>
                  <a:cubicBezTo>
                    <a:pt x="727" y="179"/>
                    <a:pt x="989" y="1"/>
                    <a:pt x="1275" y="1"/>
                  </a:cubicBezTo>
                  <a:lnTo>
                    <a:pt x="4358" y="1"/>
                  </a:lnTo>
                  <a:cubicBezTo>
                    <a:pt x="4870" y="1"/>
                    <a:pt x="5358" y="84"/>
                    <a:pt x="5835" y="215"/>
                  </a:cubicBezTo>
                  <a:cubicBezTo>
                    <a:pt x="7073" y="572"/>
                    <a:pt x="8168" y="1156"/>
                    <a:pt x="9228" y="1811"/>
                  </a:cubicBezTo>
                  <a:close/>
                </a:path>
              </a:pathLst>
            </a:custGeom>
            <a:solidFill>
              <a:srgbClr val="0B7F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1" name="Google Shape;311;p42"/>
            <p:cNvSpPr/>
            <p:nvPr/>
          </p:nvSpPr>
          <p:spPr>
            <a:xfrm>
              <a:off x="7049400" y="4925715"/>
              <a:ext cx="1782960" cy="219080"/>
            </a:xfrm>
            <a:custGeom>
              <a:avLst/>
              <a:gdLst/>
              <a:ahLst/>
              <a:cxnLst/>
              <a:rect l="l" t="t" r="r" b="b"/>
              <a:pathLst>
                <a:path w="33636" h="4133" extrusionOk="0">
                  <a:moveTo>
                    <a:pt x="0" y="4108"/>
                  </a:moveTo>
                  <a:lnTo>
                    <a:pt x="0" y="4108"/>
                  </a:lnTo>
                  <a:cubicBezTo>
                    <a:pt x="703" y="3668"/>
                    <a:pt x="1084" y="1048"/>
                    <a:pt x="5167" y="870"/>
                  </a:cubicBezTo>
                  <a:cubicBezTo>
                    <a:pt x="15550" y="405"/>
                    <a:pt x="33635" y="1"/>
                    <a:pt x="33635" y="1"/>
                  </a:cubicBezTo>
                  <a:cubicBezTo>
                    <a:pt x="33635" y="1"/>
                    <a:pt x="31623" y="2668"/>
                    <a:pt x="29158" y="4132"/>
                  </a:cubicBezTo>
                  <a:lnTo>
                    <a:pt x="0" y="4132"/>
                  </a:lnTo>
                  <a:close/>
                </a:path>
              </a:pathLst>
            </a:custGeom>
            <a:solidFill>
              <a:srgbClr val="E5F7F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312" name="Google Shape;312;p42"/>
          <p:cNvPicPr preferRelativeResize="0"/>
          <p:nvPr/>
        </p:nvPicPr>
        <p:blipFill rotWithShape="1">
          <a:blip r:embed="rId5">
            <a:alphaModFix/>
          </a:blip>
          <a:srcRect l="30921" r="41424" b="19289"/>
          <a:stretch/>
        </p:blipFill>
        <p:spPr>
          <a:xfrm rot="-3397193">
            <a:off x="1608680" y="3300731"/>
            <a:ext cx="3371501" cy="5534931"/>
          </a:xfrm>
          <a:prstGeom prst="rect">
            <a:avLst/>
          </a:prstGeom>
          <a:noFill/>
          <a:ln>
            <a:noFill/>
          </a:ln>
        </p:spPr>
      </p:pic>
      <p:sp>
        <p:nvSpPr>
          <p:cNvPr id="2" name="Rectangle 1">
            <a:extLst>
              <a:ext uri="{FF2B5EF4-FFF2-40B4-BE49-F238E27FC236}">
                <a16:creationId xmlns:a16="http://schemas.microsoft.com/office/drawing/2014/main" id="{4453D9DB-DC3B-4B9B-2AD5-0FF698B54FEA}"/>
              </a:ext>
            </a:extLst>
          </p:cNvPr>
          <p:cNvSpPr/>
          <p:nvPr/>
        </p:nvSpPr>
        <p:spPr>
          <a:xfrm>
            <a:off x="881975" y="412270"/>
            <a:ext cx="10428051" cy="51561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sp>
        <p:nvSpPr>
          <p:cNvPr id="3" name="Rectangle 2">
            <a:extLst>
              <a:ext uri="{FF2B5EF4-FFF2-40B4-BE49-F238E27FC236}">
                <a16:creationId xmlns:a16="http://schemas.microsoft.com/office/drawing/2014/main" id="{8D08EB47-F5B4-DEEC-5A80-B6844B35BE5B}"/>
              </a:ext>
            </a:extLst>
          </p:cNvPr>
          <p:cNvSpPr/>
          <p:nvPr/>
        </p:nvSpPr>
        <p:spPr>
          <a:xfrm>
            <a:off x="1232171" y="687421"/>
            <a:ext cx="9727659" cy="46595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What motivates you to do well in school? (goals)</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Who/what can help to motivate you?</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What do you do when you feel unmotivated?</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Describe a time when you had to be extremely motivated in order to succeed. What did you do?</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What is an area of your life where it is hard to find the motivation?</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Does competition help to motivate you?</a:t>
            </a:r>
          </a:p>
          <a:p>
            <a:pPr marL="380990" indent="-380990" defTabSz="1219170">
              <a:buClr>
                <a:srgbClr val="000000"/>
              </a:buClr>
              <a:buFont typeface="Arial" panose="020B0604020202020204" pitchFamily="34" charset="0"/>
              <a:buChar char="•"/>
            </a:pPr>
            <a:r>
              <a:rPr lang="en-US" sz="2667" kern="0" dirty="0">
                <a:solidFill>
                  <a:srgbClr val="01395A"/>
                </a:solidFill>
                <a:latin typeface="Arial"/>
                <a:sym typeface="Arial"/>
              </a:rPr>
              <a:t>Do you often reward yourself for achieving a goal?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902208" y="420624"/>
            <a:ext cx="5864352" cy="3621024"/>
          </a:xfrm>
        </p:spPr>
        <p:txBody>
          <a:bodyPr/>
          <a:lstStyle/>
          <a:p>
            <a:r>
              <a:rPr lang="en-US" dirty="0"/>
              <a:t>The power of communication</a:t>
            </a:r>
          </a:p>
        </p:txBody>
      </p:sp>
      <p:pic>
        <p:nvPicPr>
          <p:cNvPr id="10" name="Picture Placeholder 9" descr="A person smiling at a computer">
            <a:extLst>
              <a:ext uri="{FF2B5EF4-FFF2-40B4-BE49-F238E27FC236}">
                <a16:creationId xmlns:a16="http://schemas.microsoft.com/office/drawing/2014/main" id="{0E7DFFA9-9901-3CE7-AAC2-C1754C65BD4D}"/>
              </a:ext>
            </a:extLst>
          </p:cNvPr>
          <p:cNvPicPr>
            <a:picLocks noGrp="1" noChangeAspect="1"/>
          </p:cNvPicPr>
          <p:nvPr>
            <p:ph type="pic" sz="quarter" idx="10"/>
          </p:nvPr>
        </p:nvPicPr>
        <p:blipFill>
          <a:blip r:embed="rId2"/>
          <a:srcRect l="18" r="18"/>
          <a:stretch/>
        </p:blipFill>
        <p:spPr>
          <a:xfrm>
            <a:off x="7625969" y="-9144"/>
            <a:ext cx="4581525" cy="6602413"/>
          </a:xfrm>
        </p:spPr>
      </p:pic>
    </p:spTree>
    <p:extLst>
      <p:ext uri="{BB962C8B-B14F-4D97-AF65-F5344CB8AC3E}">
        <p14:creationId xmlns:p14="http://schemas.microsoft.com/office/powerpoint/2010/main" val="3786907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D1D295-9045-1689-6AE6-4DC2127DB6B7}"/>
              </a:ext>
            </a:extLst>
          </p:cNvPr>
          <p:cNvPicPr>
            <a:picLocks noChangeAspect="1"/>
          </p:cNvPicPr>
          <p:nvPr/>
        </p:nvPicPr>
        <p:blipFill>
          <a:blip r:embed="rId2"/>
          <a:stretch>
            <a:fillRect/>
          </a:stretch>
        </p:blipFill>
        <p:spPr>
          <a:xfrm>
            <a:off x="508000" y="361508"/>
            <a:ext cx="10769600" cy="6134984"/>
          </a:xfrm>
          <a:prstGeom prst="rect">
            <a:avLst/>
          </a:prstGeom>
        </p:spPr>
      </p:pic>
    </p:spTree>
    <p:extLst>
      <p:ext uri="{BB962C8B-B14F-4D97-AF65-F5344CB8AC3E}">
        <p14:creationId xmlns:p14="http://schemas.microsoft.com/office/powerpoint/2010/main" val="1280743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BD6E4-EFFC-0E1C-AECE-BBC499A48B03}"/>
              </a:ext>
            </a:extLst>
          </p:cNvPr>
          <p:cNvSpPr>
            <a:spLocks noGrp="1"/>
          </p:cNvSpPr>
          <p:nvPr>
            <p:ph type="title"/>
          </p:nvPr>
        </p:nvSpPr>
        <p:spPr>
          <a:xfrm>
            <a:off x="954767" y="593367"/>
            <a:ext cx="10282400" cy="763600"/>
          </a:xfrm>
        </p:spPr>
        <p:txBody>
          <a:bodyPr wrap="square" anchor="ctr">
            <a:normAutofit/>
          </a:bodyPr>
          <a:lstStyle/>
          <a:p>
            <a:pPr>
              <a:lnSpc>
                <a:spcPct val="90000"/>
              </a:lnSpc>
            </a:pPr>
            <a:r>
              <a:rPr lang="en-US" sz="3733" dirty="0"/>
              <a:t>Discussion Questions</a:t>
            </a:r>
          </a:p>
        </p:txBody>
      </p:sp>
      <p:sp>
        <p:nvSpPr>
          <p:cNvPr id="2" name="Text Placeholder 1">
            <a:extLst>
              <a:ext uri="{FF2B5EF4-FFF2-40B4-BE49-F238E27FC236}">
                <a16:creationId xmlns:a16="http://schemas.microsoft.com/office/drawing/2014/main" id="{63B30C8F-E7E7-1132-D3EE-5526AF050E3B}"/>
              </a:ext>
            </a:extLst>
          </p:cNvPr>
          <p:cNvSpPr>
            <a:spLocks noGrp="1"/>
          </p:cNvSpPr>
          <p:nvPr>
            <p:ph type="body" idx="4294967295"/>
          </p:nvPr>
        </p:nvSpPr>
        <p:spPr>
          <a:xfrm>
            <a:off x="457201" y="965200"/>
            <a:ext cx="5892767" cy="5435600"/>
          </a:xfrm>
        </p:spPr>
        <p:txBody>
          <a:bodyPr anchor="t">
            <a:normAutofit/>
          </a:bodyPr>
          <a:lstStyle/>
          <a:p>
            <a:pPr algn="ctr">
              <a:spcAft>
                <a:spcPts val="800"/>
              </a:spcAft>
              <a:buClr>
                <a:srgbClr val="000000"/>
              </a:buClr>
              <a:buFont typeface="Arial"/>
            </a:pPr>
            <a:endParaRPr lang="en-US" dirty="0"/>
          </a:p>
          <a:p>
            <a:pPr>
              <a:spcAft>
                <a:spcPts val="800"/>
              </a:spcAft>
              <a:buClr>
                <a:srgbClr val="000000"/>
              </a:buClr>
              <a:buFont typeface="Arial"/>
            </a:pPr>
            <a:r>
              <a:rPr lang="en-US" b="0" i="0" u="none" strike="noStrike" cap="none" dirty="0"/>
              <a:t> </a:t>
            </a:r>
            <a:r>
              <a:rPr lang="en-US" sz="2400" dirty="0"/>
              <a:t>When you were a child, did your parents offer you </a:t>
            </a:r>
            <a:r>
              <a:rPr lang="en-US" sz="2400" b="1" dirty="0"/>
              <a:t>incentives </a:t>
            </a:r>
            <a:r>
              <a:rPr lang="en-US" sz="2400" dirty="0"/>
              <a:t>to do your homework?</a:t>
            </a:r>
          </a:p>
          <a:p>
            <a:pPr>
              <a:spcAft>
                <a:spcPts val="800"/>
              </a:spcAft>
              <a:buClr>
                <a:srgbClr val="000000"/>
              </a:buClr>
              <a:buFont typeface="Arial"/>
            </a:pPr>
            <a:r>
              <a:rPr lang="en-US" sz="2400" dirty="0"/>
              <a:t>Which do you think is more important: </a:t>
            </a:r>
            <a:r>
              <a:rPr lang="en-US" sz="2400" b="1" dirty="0"/>
              <a:t>Intrinsic</a:t>
            </a:r>
            <a:r>
              <a:rPr lang="en-US" sz="2400" dirty="0"/>
              <a:t> or </a:t>
            </a:r>
            <a:r>
              <a:rPr lang="en-US" sz="2400" b="1" dirty="0"/>
              <a:t>Extrinsic Motivation</a:t>
            </a:r>
            <a:r>
              <a:rPr lang="en-US" sz="2400" dirty="0"/>
              <a:t>?</a:t>
            </a:r>
          </a:p>
          <a:p>
            <a:pPr>
              <a:spcAft>
                <a:spcPts val="800"/>
              </a:spcAft>
              <a:buClr>
                <a:srgbClr val="000000"/>
              </a:buClr>
              <a:buFont typeface="Arial"/>
            </a:pPr>
            <a:r>
              <a:rPr lang="en-US" sz="2400" dirty="0"/>
              <a:t>In which ways do you have more </a:t>
            </a:r>
            <a:r>
              <a:rPr lang="en-US" sz="2400" b="1" dirty="0"/>
              <a:t>autonomy</a:t>
            </a:r>
            <a:r>
              <a:rPr lang="en-US" sz="2400" dirty="0"/>
              <a:t> in university than in secondary school?</a:t>
            </a:r>
          </a:p>
          <a:p>
            <a:pPr>
              <a:spcAft>
                <a:spcPts val="800"/>
              </a:spcAft>
              <a:buClr>
                <a:srgbClr val="000000"/>
              </a:buClr>
              <a:buFont typeface="Arial"/>
            </a:pPr>
            <a:r>
              <a:rPr lang="en-US" sz="2400" dirty="0"/>
              <a:t>What is a skill you’d like to have </a:t>
            </a:r>
            <a:r>
              <a:rPr lang="en-US" sz="2400" b="1" dirty="0"/>
              <a:t>mastery</a:t>
            </a:r>
            <a:r>
              <a:rPr lang="en-US" sz="2400" dirty="0"/>
              <a:t> in?</a:t>
            </a:r>
          </a:p>
        </p:txBody>
      </p:sp>
      <p:pic>
        <p:nvPicPr>
          <p:cNvPr id="5" name="Picture 4">
            <a:extLst>
              <a:ext uri="{FF2B5EF4-FFF2-40B4-BE49-F238E27FC236}">
                <a16:creationId xmlns:a16="http://schemas.microsoft.com/office/drawing/2014/main" id="{0BEBC2F4-3E8F-872E-2B0E-5F7099F71432}"/>
              </a:ext>
            </a:extLst>
          </p:cNvPr>
          <p:cNvPicPr>
            <a:picLocks noChangeAspect="1"/>
          </p:cNvPicPr>
          <p:nvPr/>
        </p:nvPicPr>
        <p:blipFill>
          <a:blip r:embed="rId3"/>
          <a:stretch>
            <a:fillRect/>
          </a:stretch>
        </p:blipFill>
        <p:spPr>
          <a:xfrm>
            <a:off x="6491423" y="1816443"/>
            <a:ext cx="4510781" cy="4584357"/>
          </a:xfrm>
          <a:prstGeom prst="rect">
            <a:avLst/>
          </a:prstGeom>
        </p:spPr>
      </p:pic>
    </p:spTree>
    <p:extLst>
      <p:ext uri="{BB962C8B-B14F-4D97-AF65-F5344CB8AC3E}">
        <p14:creationId xmlns:p14="http://schemas.microsoft.com/office/powerpoint/2010/main" val="746537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453CDD-F900-BA53-7104-0B7648C13AEC}"/>
              </a:ext>
            </a:extLst>
          </p:cNvPr>
          <p:cNvSpPr/>
          <p:nvPr/>
        </p:nvSpPr>
        <p:spPr>
          <a:xfrm>
            <a:off x="609600" y="508000"/>
            <a:ext cx="11006667" cy="5977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pic>
        <p:nvPicPr>
          <p:cNvPr id="3" name="Picture 2">
            <a:extLst>
              <a:ext uri="{FF2B5EF4-FFF2-40B4-BE49-F238E27FC236}">
                <a16:creationId xmlns:a16="http://schemas.microsoft.com/office/drawing/2014/main" id="{18C98A9F-1924-7270-AD1C-50BAA5AD59C9}"/>
              </a:ext>
            </a:extLst>
          </p:cNvPr>
          <p:cNvPicPr>
            <a:picLocks noChangeAspect="1"/>
          </p:cNvPicPr>
          <p:nvPr/>
        </p:nvPicPr>
        <p:blipFill>
          <a:blip r:embed="rId2"/>
          <a:stretch>
            <a:fillRect/>
          </a:stretch>
        </p:blipFill>
        <p:spPr>
          <a:xfrm>
            <a:off x="982133" y="982133"/>
            <a:ext cx="10261600" cy="5080000"/>
          </a:xfrm>
          <a:prstGeom prst="rect">
            <a:avLst/>
          </a:prstGeom>
        </p:spPr>
      </p:pic>
    </p:spTree>
    <p:extLst>
      <p:ext uri="{BB962C8B-B14F-4D97-AF65-F5344CB8AC3E}">
        <p14:creationId xmlns:p14="http://schemas.microsoft.com/office/powerpoint/2010/main" val="1212621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9DEB7A-EF7F-11C6-7F79-F7BA734B8B5B}"/>
              </a:ext>
            </a:extLst>
          </p:cNvPr>
          <p:cNvSpPr/>
          <p:nvPr/>
        </p:nvSpPr>
        <p:spPr>
          <a:xfrm>
            <a:off x="220133" y="203200"/>
            <a:ext cx="11717867" cy="645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sp>
        <p:nvSpPr>
          <p:cNvPr id="3" name="Rectangle 2">
            <a:extLst>
              <a:ext uri="{FF2B5EF4-FFF2-40B4-BE49-F238E27FC236}">
                <a16:creationId xmlns:a16="http://schemas.microsoft.com/office/drawing/2014/main" id="{79CF3C49-A437-2D3E-559D-3D51851F23BA}"/>
              </a:ext>
            </a:extLst>
          </p:cNvPr>
          <p:cNvSpPr/>
          <p:nvPr/>
        </p:nvSpPr>
        <p:spPr>
          <a:xfrm>
            <a:off x="541867" y="457200"/>
            <a:ext cx="11057467" cy="59266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189" indent="-457189" defTabSz="1219170">
              <a:buClr>
                <a:srgbClr val="000000"/>
              </a:buClr>
              <a:buFont typeface="Arial"/>
              <a:buAutoNum type="arabicPeriod"/>
            </a:pPr>
            <a:r>
              <a:rPr lang="en-US" sz="3200" kern="0" dirty="0">
                <a:solidFill>
                  <a:srgbClr val="01395A"/>
                </a:solidFill>
                <a:latin typeface="Arial"/>
                <a:sym typeface="Arial"/>
              </a:rPr>
              <a:t>What did the speaker originally study in school? Was he a good student?</a:t>
            </a:r>
          </a:p>
          <a:p>
            <a:pPr marL="457189" indent="-457189" defTabSz="1219170">
              <a:buClr>
                <a:srgbClr val="000000"/>
              </a:buClr>
              <a:buFont typeface="Arial"/>
              <a:buAutoNum type="arabicPeriod"/>
            </a:pPr>
            <a:r>
              <a:rPr lang="en-US" sz="3200" kern="0" dirty="0">
                <a:solidFill>
                  <a:srgbClr val="01395A"/>
                </a:solidFill>
                <a:latin typeface="Arial"/>
                <a:sym typeface="Arial"/>
              </a:rPr>
              <a:t>What did he mean by “Functional Fixedness” when describing The Candle Problem?</a:t>
            </a:r>
          </a:p>
          <a:p>
            <a:pPr marL="457189" indent="-457189" defTabSz="1219170">
              <a:buClr>
                <a:srgbClr val="000000"/>
              </a:buClr>
              <a:buFont typeface="Arial"/>
              <a:buAutoNum type="arabicPeriod"/>
            </a:pPr>
            <a:r>
              <a:rPr lang="en-US" sz="3200" kern="0" dirty="0">
                <a:solidFill>
                  <a:srgbClr val="01395A"/>
                </a:solidFill>
                <a:latin typeface="Arial"/>
                <a:sym typeface="Arial"/>
              </a:rPr>
              <a:t>How was the original experiment conducted? What did they learn about incentives?</a:t>
            </a:r>
          </a:p>
          <a:p>
            <a:pPr marL="457189" indent="-457189" defTabSz="1219170">
              <a:buClr>
                <a:srgbClr val="000000"/>
              </a:buClr>
              <a:buFont typeface="Arial"/>
              <a:buAutoNum type="arabicPeriod"/>
            </a:pPr>
            <a:r>
              <a:rPr lang="en-US" sz="3200" kern="0" dirty="0">
                <a:solidFill>
                  <a:srgbClr val="01395A"/>
                </a:solidFill>
                <a:latin typeface="Arial"/>
                <a:sym typeface="Arial"/>
              </a:rPr>
              <a:t>In what circumstance do incentives work? Why?</a:t>
            </a:r>
          </a:p>
          <a:p>
            <a:pPr marL="457189" indent="-457189" defTabSz="1219170">
              <a:buClr>
                <a:srgbClr val="000000"/>
              </a:buClr>
              <a:buFont typeface="Arial"/>
              <a:buAutoNum type="arabicPeriod"/>
            </a:pPr>
            <a:r>
              <a:rPr lang="en-US" sz="3200" kern="0" dirty="0">
                <a:solidFill>
                  <a:srgbClr val="01395A"/>
                </a:solidFill>
                <a:latin typeface="Arial"/>
                <a:sym typeface="Arial"/>
              </a:rPr>
              <a:t>Why is this important in today’s world?</a:t>
            </a:r>
          </a:p>
          <a:p>
            <a:pPr marL="457189" indent="-457189" defTabSz="1219170">
              <a:buClr>
                <a:srgbClr val="000000"/>
              </a:buClr>
              <a:buFont typeface="Arial"/>
              <a:buAutoNum type="arabicPeriod"/>
            </a:pPr>
            <a:r>
              <a:rPr lang="en-US" sz="3200" kern="0" dirty="0">
                <a:solidFill>
                  <a:srgbClr val="01395A"/>
                </a:solidFill>
                <a:latin typeface="Arial"/>
                <a:sym typeface="Arial"/>
              </a:rPr>
              <a:t>What happens at Australian company “Atlassian’s” FedEx Days?</a:t>
            </a:r>
          </a:p>
          <a:p>
            <a:pPr marL="457189" indent="-457189" defTabSz="1219170">
              <a:buClr>
                <a:srgbClr val="000000"/>
              </a:buClr>
              <a:buFont typeface="Arial"/>
              <a:buAutoNum type="arabicPeriod"/>
            </a:pPr>
            <a:r>
              <a:rPr lang="en-US" sz="3200" kern="0" dirty="0">
                <a:solidFill>
                  <a:srgbClr val="01395A"/>
                </a:solidFill>
                <a:latin typeface="Arial"/>
                <a:sym typeface="Arial"/>
              </a:rPr>
              <a:t>What was the difference between the approaches to creating Microsoft Encarta and Wikipedia?</a:t>
            </a:r>
          </a:p>
        </p:txBody>
      </p:sp>
    </p:spTree>
    <p:extLst>
      <p:ext uri="{BB962C8B-B14F-4D97-AF65-F5344CB8AC3E}">
        <p14:creationId xmlns:p14="http://schemas.microsoft.com/office/powerpoint/2010/main" val="2555050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B5A7F-413B-A91E-4F98-48E328D49733}"/>
              </a:ext>
            </a:extLst>
          </p:cNvPr>
          <p:cNvSpPr>
            <a:spLocks noGrp="1"/>
          </p:cNvSpPr>
          <p:nvPr>
            <p:ph type="title"/>
          </p:nvPr>
        </p:nvSpPr>
        <p:spPr/>
        <p:txBody>
          <a:bodyPr/>
          <a:lstStyle/>
          <a:p>
            <a:r>
              <a:rPr lang="en-US" dirty="0"/>
              <a:t>What are your thoughts?</a:t>
            </a:r>
          </a:p>
        </p:txBody>
      </p:sp>
      <p:pic>
        <p:nvPicPr>
          <p:cNvPr id="3" name="Picture 2">
            <a:extLst>
              <a:ext uri="{FF2B5EF4-FFF2-40B4-BE49-F238E27FC236}">
                <a16:creationId xmlns:a16="http://schemas.microsoft.com/office/drawing/2014/main" id="{75ED4791-A4BC-4057-A327-F9FD08FF942D}"/>
              </a:ext>
            </a:extLst>
          </p:cNvPr>
          <p:cNvPicPr>
            <a:picLocks noChangeAspect="1"/>
          </p:cNvPicPr>
          <p:nvPr/>
        </p:nvPicPr>
        <p:blipFill>
          <a:blip r:embed="rId2"/>
          <a:stretch>
            <a:fillRect/>
          </a:stretch>
        </p:blipFill>
        <p:spPr>
          <a:xfrm>
            <a:off x="2758132" y="1946187"/>
            <a:ext cx="6675737" cy="4450492"/>
          </a:xfrm>
          <a:prstGeom prst="rect">
            <a:avLst/>
          </a:prstGeom>
        </p:spPr>
      </p:pic>
    </p:spTree>
    <p:extLst>
      <p:ext uri="{BB962C8B-B14F-4D97-AF65-F5344CB8AC3E}">
        <p14:creationId xmlns:p14="http://schemas.microsoft.com/office/powerpoint/2010/main" val="1264340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a:lstStyle/>
          <a:p>
            <a:r>
              <a:rPr lang="en-US" dirty="0"/>
              <a:t>Thank you </a:t>
            </a:r>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Summer Time by Slidesgo">
  <a:themeElements>
    <a:clrScheme name="Simple Light">
      <a:dk1>
        <a:srgbClr val="01395A"/>
      </a:dk1>
      <a:lt1>
        <a:srgbClr val="FFFFFF"/>
      </a:lt1>
      <a:dk2>
        <a:srgbClr val="38D4F8"/>
      </a:dk2>
      <a:lt2>
        <a:srgbClr val="B1ECFF"/>
      </a:lt2>
      <a:accent1>
        <a:srgbClr val="0097F2"/>
      </a:accent1>
      <a:accent2>
        <a:srgbClr val="FFBF6E"/>
      </a:accent2>
      <a:accent3>
        <a:srgbClr val="F09C44"/>
      </a:accent3>
      <a:accent4>
        <a:srgbClr val="F73A4E"/>
      </a:accent4>
      <a:accent5>
        <a:srgbClr val="0E6191"/>
      </a:accent5>
      <a:accent6>
        <a:srgbClr val="0D8B9E"/>
      </a:accent6>
      <a:hlink>
        <a:srgbClr val="0139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ummer Time by Slidesgo">
  <a:themeElements>
    <a:clrScheme name="Simple Light">
      <a:dk1>
        <a:srgbClr val="01395A"/>
      </a:dk1>
      <a:lt1>
        <a:srgbClr val="FFFFFF"/>
      </a:lt1>
      <a:dk2>
        <a:srgbClr val="38D4F8"/>
      </a:dk2>
      <a:lt2>
        <a:srgbClr val="B1ECFF"/>
      </a:lt2>
      <a:accent1>
        <a:srgbClr val="0097F2"/>
      </a:accent1>
      <a:accent2>
        <a:srgbClr val="FFBF6E"/>
      </a:accent2>
      <a:accent3>
        <a:srgbClr val="F09C44"/>
      </a:accent3>
      <a:accent4>
        <a:srgbClr val="F73A4E"/>
      </a:accent4>
      <a:accent5>
        <a:srgbClr val="0E6191"/>
      </a:accent5>
      <a:accent6>
        <a:srgbClr val="0D8B9E"/>
      </a:accent6>
      <a:hlink>
        <a:srgbClr val="0139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5040CA-20CC-43C6-BC0C-8D8696B6AF89}">
  <ds:schemaRef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71af3243-3dd4-4a8d-8c0d-dd76da1f02a5"/>
    <ds:schemaRef ds:uri="http://www.w3.org/XML/1998/namespace"/>
  </ds:schemaRefs>
</ds:datastoreItem>
</file>

<file path=customXml/itemProps2.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02FA78-7B40-45E2-B806-470B0FC280F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{CB85F69B-D4C4-4AD2-8AC6-32BFFF383D15}TFb05bf529-a1dc-42d5-b9d6-8a1e9569dd9caf6e7d0f_win32-c3c9796a48f5</Template>
  <TotalTime>124</TotalTime>
  <Words>769</Words>
  <Application>Microsoft Office PowerPoint</Application>
  <PresentationFormat>Widescreen</PresentationFormat>
  <Paragraphs>94</Paragraphs>
  <Slides>22</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22</vt:i4>
      </vt:variant>
    </vt:vector>
  </HeadingPairs>
  <TitlesOfParts>
    <vt:vector size="32" baseType="lpstr">
      <vt:lpstr>Actor</vt:lpstr>
      <vt:lpstr>Arial</vt:lpstr>
      <vt:lpstr>Avenir Next LT Pro Light</vt:lpstr>
      <vt:lpstr>Calibri</vt:lpstr>
      <vt:lpstr>Didact Gothic</vt:lpstr>
      <vt:lpstr>Oswald</vt:lpstr>
      <vt:lpstr>Posterama</vt:lpstr>
      <vt:lpstr>Custom</vt:lpstr>
      <vt:lpstr>Summer Time by Slidesgo</vt:lpstr>
      <vt:lpstr>1_Summer Time by Slidesgo</vt:lpstr>
      <vt:lpstr>English III Week 16</vt:lpstr>
      <vt:lpstr>Today’s Class</vt:lpstr>
      <vt:lpstr>PowerPoint Presentation</vt:lpstr>
      <vt:lpstr>INTRODUCTION</vt:lpstr>
      <vt:lpstr>Dos and Don not’s</vt:lpstr>
      <vt:lpstr>PowerPoint Presentation</vt:lpstr>
      <vt:lpstr>REFLECTION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WHOA!</vt:lpstr>
      <vt:lpstr>The power of communication</vt:lpstr>
      <vt:lpstr>PowerPoint Presentation</vt:lpstr>
      <vt:lpstr>Discussion Questions</vt:lpstr>
      <vt:lpstr>PowerPoint Presentation</vt:lpstr>
      <vt:lpstr>PowerPoint Presentation</vt:lpstr>
      <vt:lpstr>What are your thoughts?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III Week 16</dc:title>
  <dc:creator>Craig G. 高克雷</dc:creator>
  <cp:lastModifiedBy>Windows User</cp:lastModifiedBy>
  <cp:revision>3</cp:revision>
  <dcterms:created xsi:type="dcterms:W3CDTF">2025-12-21T10:17:55Z</dcterms:created>
  <dcterms:modified xsi:type="dcterms:W3CDTF">2025-12-22T23:38:39Z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